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Prompt Light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Prompt"/>
      <p:bold r:id="rId35"/>
      <p:boldItalic r:id="rId36"/>
    </p:embeddedFont>
    <p:embeddedFont>
      <p:font typeface="Poppins ExtraBold"/>
      <p:bold r:id="rId37"/>
      <p:boldItalic r:id="rId38"/>
    </p:embeddedFont>
    <p:embeddedFont>
      <p:font typeface="Open Sans Light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gL90vLmJkERB6d7iNS70O1fskl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bold.fntdata"/><Relationship Id="rId20" Type="http://schemas.openxmlformats.org/officeDocument/2006/relationships/slide" Target="slides/slide15.xml"/><Relationship Id="rId42" Type="http://schemas.openxmlformats.org/officeDocument/2006/relationships/font" Target="fonts/OpenSansLight-boldItalic.fntdata"/><Relationship Id="rId41" Type="http://schemas.openxmlformats.org/officeDocument/2006/relationships/font" Target="fonts/OpenSansLight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font" Target="fonts/PromptLight-bold.fntdata"/><Relationship Id="rId27" Type="http://schemas.openxmlformats.org/officeDocument/2006/relationships/font" Target="fonts/Prompt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mpt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font" Target="fonts/PromptLight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Prompt-bold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ExtraBold-bold.fntdata"/><Relationship Id="rId14" Type="http://schemas.openxmlformats.org/officeDocument/2006/relationships/slide" Target="slides/slide9.xml"/><Relationship Id="rId36" Type="http://schemas.openxmlformats.org/officeDocument/2006/relationships/font" Target="fonts/Prompt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Light-regular.fntdata"/><Relationship Id="rId16" Type="http://schemas.openxmlformats.org/officeDocument/2006/relationships/slide" Target="slides/slide11.xml"/><Relationship Id="rId38" Type="http://schemas.openxmlformats.org/officeDocument/2006/relationships/font" Target="fonts/PoppinsExtra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34.gif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Relationship Id="rId7" Type="http://schemas.openxmlformats.org/officeDocument/2006/relationships/image" Target="../media/image45.png"/><Relationship Id="rId8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Relationship Id="rId4" Type="http://schemas.openxmlformats.org/officeDocument/2006/relationships/image" Target="../media/image49.png"/><Relationship Id="rId5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5" Type="http://schemas.openxmlformats.org/officeDocument/2006/relationships/image" Target="../media/image60.png"/><Relationship Id="rId6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45.png"/><Relationship Id="rId7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9.png"/><Relationship Id="rId5" Type="http://schemas.openxmlformats.org/officeDocument/2006/relationships/image" Target="../media/image57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7417193" y="2082617"/>
            <a:ext cx="7071523" cy="7035135"/>
          </a:xfrm>
          <a:custGeom>
            <a:rect b="b" l="l" r="r" t="t"/>
            <a:pathLst>
              <a:path extrusionOk="0" h="4616196" w="4640072">
                <a:moveTo>
                  <a:pt x="1615948" y="3023616"/>
                </a:moveTo>
                <a:cubicBezTo>
                  <a:pt x="1846834" y="3277489"/>
                  <a:pt x="1846834" y="3669919"/>
                  <a:pt x="1615948" y="3923792"/>
                </a:cubicBezTo>
                <a:cubicBezTo>
                  <a:pt x="2331593" y="4616196"/>
                  <a:pt x="2331593" y="4616196"/>
                  <a:pt x="2331593" y="4616196"/>
                </a:cubicBezTo>
                <a:cubicBezTo>
                  <a:pt x="3162681" y="3785235"/>
                  <a:pt x="3162681" y="3785235"/>
                  <a:pt x="3162681" y="3785235"/>
                </a:cubicBezTo>
                <a:cubicBezTo>
                  <a:pt x="3185795" y="3831336"/>
                  <a:pt x="3208909" y="3877564"/>
                  <a:pt x="3255010" y="3923665"/>
                </a:cubicBezTo>
                <a:cubicBezTo>
                  <a:pt x="3439668" y="4108323"/>
                  <a:pt x="3739769" y="4108323"/>
                  <a:pt x="3924427" y="3923665"/>
                </a:cubicBezTo>
                <a:cubicBezTo>
                  <a:pt x="4132199" y="3715893"/>
                  <a:pt x="4132199" y="3415919"/>
                  <a:pt x="3924427" y="3231261"/>
                </a:cubicBezTo>
                <a:cubicBezTo>
                  <a:pt x="3901313" y="3185160"/>
                  <a:pt x="3855212" y="3162046"/>
                  <a:pt x="3808984" y="3138932"/>
                </a:cubicBezTo>
                <a:cubicBezTo>
                  <a:pt x="4640072" y="2307971"/>
                  <a:pt x="4640072" y="2307971"/>
                  <a:pt x="4640072" y="2307971"/>
                </a:cubicBezTo>
                <a:cubicBezTo>
                  <a:pt x="3808984" y="1500124"/>
                  <a:pt x="3808984" y="1500124"/>
                  <a:pt x="3808984" y="1500124"/>
                </a:cubicBezTo>
                <a:cubicBezTo>
                  <a:pt x="3832098" y="1477010"/>
                  <a:pt x="3855212" y="1454023"/>
                  <a:pt x="3901313" y="1430909"/>
                </a:cubicBezTo>
                <a:cubicBezTo>
                  <a:pt x="4085971" y="1223137"/>
                  <a:pt x="4085971" y="923163"/>
                  <a:pt x="3901313" y="738505"/>
                </a:cubicBezTo>
                <a:cubicBezTo>
                  <a:pt x="3693541" y="553847"/>
                  <a:pt x="3393440" y="553847"/>
                  <a:pt x="3208782" y="738505"/>
                </a:cubicBezTo>
                <a:cubicBezTo>
                  <a:pt x="3185668" y="761619"/>
                  <a:pt x="3162554" y="807720"/>
                  <a:pt x="3139567" y="830834"/>
                </a:cubicBezTo>
                <a:cubicBezTo>
                  <a:pt x="2308479" y="0"/>
                  <a:pt x="2308479" y="0"/>
                  <a:pt x="2308479" y="0"/>
                </a:cubicBezTo>
                <a:cubicBezTo>
                  <a:pt x="1615948" y="669417"/>
                  <a:pt x="1615948" y="669417"/>
                  <a:pt x="1615948" y="669417"/>
                </a:cubicBezTo>
                <a:cubicBezTo>
                  <a:pt x="1846834" y="923290"/>
                  <a:pt x="1846834" y="1338834"/>
                  <a:pt x="1615948" y="1592707"/>
                </a:cubicBezTo>
                <a:cubicBezTo>
                  <a:pt x="1361948" y="1823466"/>
                  <a:pt x="946531" y="1823466"/>
                  <a:pt x="692531" y="1592707"/>
                </a:cubicBezTo>
                <a:cubicBezTo>
                  <a:pt x="0" y="2308098"/>
                  <a:pt x="0" y="2308098"/>
                  <a:pt x="0" y="2308098"/>
                </a:cubicBezTo>
                <a:cubicBezTo>
                  <a:pt x="715645" y="3023616"/>
                  <a:pt x="715645" y="3023616"/>
                  <a:pt x="715645" y="3023616"/>
                </a:cubicBezTo>
                <a:cubicBezTo>
                  <a:pt x="969645" y="2769743"/>
                  <a:pt x="1362075" y="2769743"/>
                  <a:pt x="1615948" y="3023616"/>
                </a:cubicBezTo>
                <a:close/>
              </a:path>
            </a:pathLst>
          </a:custGeom>
          <a:solidFill>
            <a:srgbClr val="A1E4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13654177" y="5741104"/>
            <a:ext cx="7105587" cy="7105975"/>
          </a:xfrm>
          <a:custGeom>
            <a:rect b="b" l="l" r="r" t="t"/>
            <a:pathLst>
              <a:path extrusionOk="0" h="4662678" w="4662424">
                <a:moveTo>
                  <a:pt x="1407922" y="3947033"/>
                </a:moveTo>
                <a:cubicBezTo>
                  <a:pt x="1454023" y="3900932"/>
                  <a:pt x="1477137" y="3854704"/>
                  <a:pt x="1500251" y="3808603"/>
                </a:cubicBezTo>
                <a:cubicBezTo>
                  <a:pt x="2331212" y="4662678"/>
                  <a:pt x="2331212" y="4662678"/>
                  <a:pt x="2331212" y="4662678"/>
                </a:cubicBezTo>
                <a:cubicBezTo>
                  <a:pt x="3046730" y="3947160"/>
                  <a:pt x="3046730" y="3947160"/>
                  <a:pt x="3046730" y="3947160"/>
                </a:cubicBezTo>
                <a:cubicBezTo>
                  <a:pt x="3046730" y="3947160"/>
                  <a:pt x="3046730" y="3947160"/>
                  <a:pt x="3046730" y="3947160"/>
                </a:cubicBezTo>
                <a:cubicBezTo>
                  <a:pt x="2792857" y="3693287"/>
                  <a:pt x="2792857" y="3277743"/>
                  <a:pt x="3046730" y="3046984"/>
                </a:cubicBezTo>
                <a:cubicBezTo>
                  <a:pt x="3300603" y="2793111"/>
                  <a:pt x="3693033" y="2793111"/>
                  <a:pt x="3946906" y="3046984"/>
                </a:cubicBezTo>
                <a:cubicBezTo>
                  <a:pt x="3946906" y="3046984"/>
                  <a:pt x="3946906" y="3046984"/>
                  <a:pt x="3946906" y="3046984"/>
                </a:cubicBezTo>
                <a:cubicBezTo>
                  <a:pt x="4662424" y="2331466"/>
                  <a:pt x="4662424" y="2331466"/>
                  <a:pt x="4662424" y="2331466"/>
                </a:cubicBezTo>
                <a:cubicBezTo>
                  <a:pt x="3831463" y="1500505"/>
                  <a:pt x="3831463" y="1500505"/>
                  <a:pt x="3831463" y="1500505"/>
                </a:cubicBezTo>
                <a:cubicBezTo>
                  <a:pt x="3854577" y="1477391"/>
                  <a:pt x="3900678" y="1454404"/>
                  <a:pt x="3923792" y="1431290"/>
                </a:cubicBezTo>
                <a:cubicBezTo>
                  <a:pt x="4108450" y="1223518"/>
                  <a:pt x="4108450" y="923544"/>
                  <a:pt x="3923792" y="738886"/>
                </a:cubicBezTo>
                <a:cubicBezTo>
                  <a:pt x="3739134" y="554228"/>
                  <a:pt x="3439033" y="554228"/>
                  <a:pt x="3254375" y="738886"/>
                </a:cubicBezTo>
                <a:cubicBezTo>
                  <a:pt x="3231261" y="762000"/>
                  <a:pt x="3185160" y="808101"/>
                  <a:pt x="3162046" y="854329"/>
                </a:cubicBezTo>
                <a:cubicBezTo>
                  <a:pt x="2331212" y="0"/>
                  <a:pt x="2331212" y="0"/>
                  <a:pt x="2331212" y="0"/>
                </a:cubicBezTo>
                <a:cubicBezTo>
                  <a:pt x="1638808" y="715518"/>
                  <a:pt x="1638808" y="715518"/>
                  <a:pt x="1638808" y="715518"/>
                </a:cubicBezTo>
                <a:cubicBezTo>
                  <a:pt x="1869567" y="946277"/>
                  <a:pt x="1869567" y="1361821"/>
                  <a:pt x="1615694" y="1615694"/>
                </a:cubicBezTo>
                <a:cubicBezTo>
                  <a:pt x="1361821" y="1846453"/>
                  <a:pt x="969391" y="1846453"/>
                  <a:pt x="715518" y="1615694"/>
                </a:cubicBezTo>
                <a:cubicBezTo>
                  <a:pt x="0" y="2331212"/>
                  <a:pt x="0" y="2331212"/>
                  <a:pt x="0" y="2331212"/>
                </a:cubicBezTo>
                <a:cubicBezTo>
                  <a:pt x="854075" y="3185287"/>
                  <a:pt x="854075" y="3185287"/>
                  <a:pt x="854075" y="3185287"/>
                </a:cubicBezTo>
                <a:cubicBezTo>
                  <a:pt x="807974" y="3185287"/>
                  <a:pt x="761746" y="3231388"/>
                  <a:pt x="738632" y="3254502"/>
                </a:cubicBezTo>
                <a:cubicBezTo>
                  <a:pt x="530860" y="3462274"/>
                  <a:pt x="530860" y="3762248"/>
                  <a:pt x="738632" y="3946906"/>
                </a:cubicBezTo>
                <a:cubicBezTo>
                  <a:pt x="923290" y="4131564"/>
                  <a:pt x="1223391" y="4131564"/>
                  <a:pt x="1408049" y="3946906"/>
                </a:cubicBezTo>
                <a:close/>
              </a:path>
            </a:pathLst>
          </a:custGeom>
          <a:solidFill>
            <a:srgbClr val="E94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13688287" y="-1645739"/>
            <a:ext cx="7071523" cy="7071523"/>
          </a:xfrm>
          <a:custGeom>
            <a:rect b="b" l="l" r="r" t="t"/>
            <a:pathLst>
              <a:path extrusionOk="0" h="4640072" w="4640072">
                <a:moveTo>
                  <a:pt x="1592834" y="3047238"/>
                </a:moveTo>
                <a:cubicBezTo>
                  <a:pt x="1846834" y="3278124"/>
                  <a:pt x="1846834" y="3693668"/>
                  <a:pt x="1615948" y="3947541"/>
                </a:cubicBezTo>
                <a:cubicBezTo>
                  <a:pt x="2331593" y="4640072"/>
                  <a:pt x="2331593" y="4640072"/>
                  <a:pt x="2331593" y="4640072"/>
                </a:cubicBezTo>
                <a:cubicBezTo>
                  <a:pt x="3162681" y="3808984"/>
                  <a:pt x="3162681" y="3808984"/>
                  <a:pt x="3162681" y="3808984"/>
                </a:cubicBezTo>
                <a:cubicBezTo>
                  <a:pt x="3185795" y="3832098"/>
                  <a:pt x="3208909" y="3878199"/>
                  <a:pt x="3231896" y="3901313"/>
                </a:cubicBezTo>
                <a:cubicBezTo>
                  <a:pt x="3439668" y="4085971"/>
                  <a:pt x="3739769" y="4085971"/>
                  <a:pt x="3924427" y="3901313"/>
                </a:cubicBezTo>
                <a:cubicBezTo>
                  <a:pt x="4109085" y="3716655"/>
                  <a:pt x="4109085" y="3416554"/>
                  <a:pt x="3924427" y="3231896"/>
                </a:cubicBezTo>
                <a:cubicBezTo>
                  <a:pt x="3901313" y="3185668"/>
                  <a:pt x="3855212" y="3162681"/>
                  <a:pt x="3808984" y="3139567"/>
                </a:cubicBezTo>
                <a:cubicBezTo>
                  <a:pt x="4640072" y="2331593"/>
                  <a:pt x="4640072" y="2331593"/>
                  <a:pt x="4640072" y="2331593"/>
                </a:cubicBezTo>
                <a:cubicBezTo>
                  <a:pt x="3808984" y="1500505"/>
                  <a:pt x="3808984" y="1500505"/>
                  <a:pt x="3808984" y="1500505"/>
                </a:cubicBezTo>
                <a:cubicBezTo>
                  <a:pt x="3832098" y="1477391"/>
                  <a:pt x="3855212" y="1454277"/>
                  <a:pt x="3901313" y="1431290"/>
                </a:cubicBezTo>
                <a:cubicBezTo>
                  <a:pt x="4085971" y="1246632"/>
                  <a:pt x="4085971" y="946531"/>
                  <a:pt x="3901313" y="761873"/>
                </a:cubicBezTo>
                <a:cubicBezTo>
                  <a:pt x="3693541" y="577215"/>
                  <a:pt x="3393440" y="577215"/>
                  <a:pt x="3208782" y="761873"/>
                </a:cubicBezTo>
                <a:cubicBezTo>
                  <a:pt x="3185668" y="784987"/>
                  <a:pt x="3162554" y="808101"/>
                  <a:pt x="3139567" y="831088"/>
                </a:cubicBezTo>
                <a:cubicBezTo>
                  <a:pt x="2308479" y="0"/>
                  <a:pt x="2308479" y="0"/>
                  <a:pt x="2308479" y="0"/>
                </a:cubicBezTo>
                <a:cubicBezTo>
                  <a:pt x="0" y="2308479"/>
                  <a:pt x="0" y="2308479"/>
                  <a:pt x="0" y="2308479"/>
                </a:cubicBezTo>
                <a:cubicBezTo>
                  <a:pt x="715645" y="3024124"/>
                  <a:pt x="715645" y="3024124"/>
                  <a:pt x="715645" y="3024124"/>
                </a:cubicBezTo>
                <a:cubicBezTo>
                  <a:pt x="969645" y="2793238"/>
                  <a:pt x="1362075" y="2793238"/>
                  <a:pt x="1592834" y="3047238"/>
                </a:cubicBezTo>
                <a:close/>
              </a:path>
            </a:pathLst>
          </a:custGeom>
          <a:solidFill>
            <a:srgbClr val="4DB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10029800" y="2082617"/>
            <a:ext cx="7071716" cy="7035328"/>
          </a:xfrm>
          <a:custGeom>
            <a:rect b="b" l="l" r="r" t="t"/>
            <a:pathLst>
              <a:path extrusionOk="0" h="4616323" w="4640199">
                <a:moveTo>
                  <a:pt x="1338961" y="3970020"/>
                </a:moveTo>
                <a:cubicBezTo>
                  <a:pt x="1385189" y="3900805"/>
                  <a:pt x="1431290" y="3854577"/>
                  <a:pt x="1454404" y="3762248"/>
                </a:cubicBezTo>
                <a:cubicBezTo>
                  <a:pt x="2308606" y="4616323"/>
                  <a:pt x="2308606" y="4616323"/>
                  <a:pt x="2308606" y="4616323"/>
                </a:cubicBezTo>
                <a:cubicBezTo>
                  <a:pt x="3139694" y="3785362"/>
                  <a:pt x="3139694" y="3785362"/>
                  <a:pt x="3139694" y="3785362"/>
                </a:cubicBezTo>
                <a:cubicBezTo>
                  <a:pt x="3162808" y="3831463"/>
                  <a:pt x="3185922" y="3854577"/>
                  <a:pt x="3208909" y="3900805"/>
                </a:cubicBezTo>
                <a:cubicBezTo>
                  <a:pt x="3416681" y="4085463"/>
                  <a:pt x="3716782" y="4085463"/>
                  <a:pt x="3901440" y="3900805"/>
                </a:cubicBezTo>
                <a:cubicBezTo>
                  <a:pt x="4086098" y="3716147"/>
                  <a:pt x="4086098" y="3393059"/>
                  <a:pt x="3901440" y="3208401"/>
                </a:cubicBezTo>
                <a:cubicBezTo>
                  <a:pt x="3878326" y="3185287"/>
                  <a:pt x="3832225" y="3162300"/>
                  <a:pt x="3785997" y="3139186"/>
                </a:cubicBezTo>
                <a:cubicBezTo>
                  <a:pt x="4640199" y="2308225"/>
                  <a:pt x="4640199" y="2308225"/>
                  <a:pt x="4640199" y="2308225"/>
                </a:cubicBezTo>
                <a:cubicBezTo>
                  <a:pt x="3924554" y="1592707"/>
                  <a:pt x="3924554" y="1592707"/>
                  <a:pt x="3924554" y="1592707"/>
                </a:cubicBezTo>
                <a:cubicBezTo>
                  <a:pt x="3809111" y="1477264"/>
                  <a:pt x="3809111" y="1477264"/>
                  <a:pt x="3809111" y="1477264"/>
                </a:cubicBezTo>
                <a:cubicBezTo>
                  <a:pt x="3832225" y="1454150"/>
                  <a:pt x="3878326" y="1431163"/>
                  <a:pt x="3901440" y="1408049"/>
                </a:cubicBezTo>
                <a:cubicBezTo>
                  <a:pt x="4086098" y="1200277"/>
                  <a:pt x="4086098" y="900303"/>
                  <a:pt x="3901440" y="715645"/>
                </a:cubicBezTo>
                <a:cubicBezTo>
                  <a:pt x="3716782" y="530987"/>
                  <a:pt x="3416681" y="530987"/>
                  <a:pt x="3232023" y="715645"/>
                </a:cubicBezTo>
                <a:cubicBezTo>
                  <a:pt x="3185795" y="738759"/>
                  <a:pt x="3162808" y="784860"/>
                  <a:pt x="3139694" y="807974"/>
                </a:cubicBezTo>
                <a:cubicBezTo>
                  <a:pt x="3024251" y="692531"/>
                  <a:pt x="3024251" y="692531"/>
                  <a:pt x="3024251" y="692531"/>
                </a:cubicBezTo>
                <a:cubicBezTo>
                  <a:pt x="2331593" y="0"/>
                  <a:pt x="2331593" y="0"/>
                  <a:pt x="2331593" y="0"/>
                </a:cubicBezTo>
                <a:cubicBezTo>
                  <a:pt x="1454404" y="854075"/>
                  <a:pt x="1454404" y="854075"/>
                  <a:pt x="1454404" y="854075"/>
                </a:cubicBezTo>
                <a:cubicBezTo>
                  <a:pt x="1431290" y="784860"/>
                  <a:pt x="1408176" y="738632"/>
                  <a:pt x="1362075" y="715645"/>
                </a:cubicBezTo>
                <a:cubicBezTo>
                  <a:pt x="1177417" y="507873"/>
                  <a:pt x="877316" y="507873"/>
                  <a:pt x="692658" y="715645"/>
                </a:cubicBezTo>
                <a:cubicBezTo>
                  <a:pt x="508000" y="900303"/>
                  <a:pt x="508000" y="1200404"/>
                  <a:pt x="692658" y="1385062"/>
                </a:cubicBezTo>
                <a:cubicBezTo>
                  <a:pt x="738886" y="1431163"/>
                  <a:pt x="784987" y="1454277"/>
                  <a:pt x="831215" y="1477391"/>
                </a:cubicBezTo>
                <a:cubicBezTo>
                  <a:pt x="0" y="2308098"/>
                  <a:pt x="0" y="2308098"/>
                  <a:pt x="0" y="2308098"/>
                </a:cubicBezTo>
                <a:cubicBezTo>
                  <a:pt x="854202" y="3162173"/>
                  <a:pt x="854202" y="3162173"/>
                  <a:pt x="854202" y="3162173"/>
                </a:cubicBezTo>
                <a:cubicBezTo>
                  <a:pt x="784987" y="3185287"/>
                  <a:pt x="715645" y="3231388"/>
                  <a:pt x="646430" y="3277616"/>
                </a:cubicBezTo>
                <a:cubicBezTo>
                  <a:pt x="461772" y="3485388"/>
                  <a:pt x="461772" y="3785362"/>
                  <a:pt x="646430" y="3970020"/>
                </a:cubicBezTo>
                <a:cubicBezTo>
                  <a:pt x="831088" y="4154678"/>
                  <a:pt x="1154303" y="4154678"/>
                  <a:pt x="1338961" y="3970020"/>
                </a:cubicBezTo>
                <a:close/>
              </a:path>
            </a:pathLst>
          </a:custGeom>
          <a:solidFill>
            <a:srgbClr val="FF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"/>
          <p:cNvGrpSpPr/>
          <p:nvPr/>
        </p:nvGrpSpPr>
        <p:grpSpPr>
          <a:xfrm>
            <a:off x="1028700" y="5847733"/>
            <a:ext cx="6591369" cy="4927998"/>
            <a:chOff x="0" y="-47625"/>
            <a:chExt cx="2011649" cy="860425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011649" cy="170115"/>
            </a:xfrm>
            <a:custGeom>
              <a:rect b="b" l="l" r="r" t="t"/>
              <a:pathLst>
                <a:path extrusionOk="0" h="170115" w="2011649">
                  <a:moveTo>
                    <a:pt x="0" y="0"/>
                  </a:moveTo>
                  <a:lnTo>
                    <a:pt x="2011649" y="0"/>
                  </a:lnTo>
                  <a:lnTo>
                    <a:pt x="2011649" y="170115"/>
                  </a:lnTo>
                  <a:lnTo>
                    <a:pt x="0" y="170115"/>
                  </a:lnTo>
                  <a:close/>
                </a:path>
              </a:pathLst>
            </a:custGeom>
            <a:solidFill>
              <a:srgbClr val="84CCF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3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ALLAN CHERUIYOT.</a:t>
              </a:r>
              <a:endParaRPr/>
            </a:p>
          </p:txBody>
        </p:sp>
      </p:grp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979976"/>
            <a:ext cx="4138331" cy="182017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28700" y="3714729"/>
            <a:ext cx="7637982" cy="237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7">
                <a:solidFill>
                  <a:srgbClr val="E94B2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COMMON APPLICATION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028700" y="8037625"/>
            <a:ext cx="4808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BRIAN OWEKA OTIENO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ELP 2021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Selçuk Üniversitesi, Konya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3863959" y="1028700"/>
            <a:ext cx="2142561" cy="192830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11715362" y="3163570"/>
            <a:ext cx="3868222" cy="1979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here to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your new 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8926" y="4619531"/>
            <a:ext cx="2336724" cy="2103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2459415" y="5604381"/>
            <a:ext cx="4163616" cy="125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"First Year 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Student"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4"/>
          <p:cNvGrpSpPr/>
          <p:nvPr/>
        </p:nvGrpSpPr>
        <p:grpSpPr>
          <a:xfrm>
            <a:off x="0" y="0"/>
            <a:ext cx="11864534" cy="10287000"/>
            <a:chOff x="0" y="0"/>
            <a:chExt cx="15819379" cy="13716000"/>
          </a:xfrm>
        </p:grpSpPr>
        <p:pic>
          <p:nvPicPr>
            <p:cNvPr id="113" name="Google Shape;113;p4"/>
            <p:cNvPicPr preferRelativeResize="0"/>
            <p:nvPr/>
          </p:nvPicPr>
          <p:blipFill rotWithShape="1">
            <a:blip r:embed="rId3">
              <a:alphaModFix/>
            </a:blip>
            <a:srcRect b="0" l="30016" r="30017" t="3110"/>
            <a:stretch/>
          </p:blipFill>
          <p:spPr>
            <a:xfrm>
              <a:off x="0" y="0"/>
              <a:ext cx="10546253" cy="1371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4"/>
            <p:cNvPicPr preferRelativeResize="0"/>
            <p:nvPr/>
          </p:nvPicPr>
          <p:blipFill rotWithShape="1">
            <a:blip r:embed="rId4">
              <a:alphaModFix/>
            </a:blip>
            <a:srcRect b="860" l="28560" r="28560" t="0"/>
            <a:stretch/>
          </p:blipFill>
          <p:spPr>
            <a:xfrm>
              <a:off x="10546253" y="0"/>
              <a:ext cx="5273126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4"/>
            <p:cNvPicPr preferRelativeResize="0"/>
            <p:nvPr/>
          </p:nvPicPr>
          <p:blipFill rotWithShape="1">
            <a:blip r:embed="rId5">
              <a:alphaModFix/>
            </a:blip>
            <a:srcRect b="0" l="28374" r="28374" t="0"/>
            <a:stretch/>
          </p:blipFill>
          <p:spPr>
            <a:xfrm>
              <a:off x="10546253" y="6858000"/>
              <a:ext cx="5273126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4"/>
          <p:cNvSpPr/>
          <p:nvPr/>
        </p:nvSpPr>
        <p:spPr>
          <a:xfrm rot="5400000">
            <a:off x="-20549174" y="37222336"/>
            <a:ext cx="74314318" cy="38100"/>
          </a:xfrm>
          <a:custGeom>
            <a:rect b="b" l="l" r="r" t="t"/>
            <a:pathLst>
              <a:path extrusionOk="0" h="203200" w="59258662">
                <a:moveTo>
                  <a:pt x="722667" y="0"/>
                </a:moveTo>
                <a:cubicBezTo>
                  <a:pt x="1120133" y="0"/>
                  <a:pt x="1445333" y="45720"/>
                  <a:pt x="1445333" y="101600"/>
                </a:cubicBezTo>
                <a:cubicBezTo>
                  <a:pt x="1445333" y="157480"/>
                  <a:pt x="1120133" y="203200"/>
                  <a:pt x="722667" y="203200"/>
                </a:cubicBezTo>
                <a:cubicBezTo>
                  <a:pt x="325200" y="203200"/>
                  <a:pt x="0" y="157480"/>
                  <a:pt x="0" y="101600"/>
                </a:cubicBezTo>
                <a:cubicBezTo>
                  <a:pt x="0" y="45720"/>
                  <a:pt x="325200" y="0"/>
                  <a:pt x="722667" y="0"/>
                </a:cubicBezTo>
                <a:close/>
                <a:moveTo>
                  <a:pt x="3613333" y="0"/>
                </a:moveTo>
                <a:cubicBezTo>
                  <a:pt x="4010800" y="0"/>
                  <a:pt x="4336000" y="45720"/>
                  <a:pt x="4336000" y="101600"/>
                </a:cubicBezTo>
                <a:cubicBezTo>
                  <a:pt x="4336000" y="157480"/>
                  <a:pt x="4010800" y="203200"/>
                  <a:pt x="3613333" y="203200"/>
                </a:cubicBezTo>
                <a:cubicBezTo>
                  <a:pt x="3215867" y="203200"/>
                  <a:pt x="2890667" y="157480"/>
                  <a:pt x="2890667" y="101600"/>
                </a:cubicBezTo>
                <a:cubicBezTo>
                  <a:pt x="2890667" y="45720"/>
                  <a:pt x="3215867" y="0"/>
                  <a:pt x="3613333" y="0"/>
                </a:cubicBezTo>
                <a:close/>
                <a:moveTo>
                  <a:pt x="6504000" y="0"/>
                </a:moveTo>
                <a:cubicBezTo>
                  <a:pt x="6901466" y="0"/>
                  <a:pt x="7226666" y="45720"/>
                  <a:pt x="7226666" y="101600"/>
                </a:cubicBezTo>
                <a:cubicBezTo>
                  <a:pt x="7226666" y="157480"/>
                  <a:pt x="6901466" y="203200"/>
                  <a:pt x="6504000" y="203200"/>
                </a:cubicBezTo>
                <a:cubicBezTo>
                  <a:pt x="6106533" y="203200"/>
                  <a:pt x="5781333" y="157480"/>
                  <a:pt x="5781333" y="101600"/>
                </a:cubicBezTo>
                <a:cubicBezTo>
                  <a:pt x="5781333" y="45720"/>
                  <a:pt x="6106533" y="0"/>
                  <a:pt x="6504000" y="0"/>
                </a:cubicBezTo>
                <a:close/>
                <a:moveTo>
                  <a:pt x="9394667" y="0"/>
                </a:moveTo>
                <a:cubicBezTo>
                  <a:pt x="9792133" y="0"/>
                  <a:pt x="10117333" y="45720"/>
                  <a:pt x="10117333" y="101600"/>
                </a:cubicBezTo>
                <a:cubicBezTo>
                  <a:pt x="10117333" y="157480"/>
                  <a:pt x="9792133" y="203200"/>
                  <a:pt x="9394667" y="203200"/>
                </a:cubicBezTo>
                <a:cubicBezTo>
                  <a:pt x="8997199" y="203200"/>
                  <a:pt x="8672000" y="157480"/>
                  <a:pt x="8672000" y="101600"/>
                </a:cubicBezTo>
                <a:cubicBezTo>
                  <a:pt x="8672000" y="45720"/>
                  <a:pt x="8997200" y="0"/>
                  <a:pt x="9394667" y="0"/>
                </a:cubicBezTo>
                <a:close/>
                <a:moveTo>
                  <a:pt x="12285333" y="0"/>
                </a:moveTo>
                <a:cubicBezTo>
                  <a:pt x="12682799" y="0"/>
                  <a:pt x="13008000" y="45720"/>
                  <a:pt x="13008000" y="101600"/>
                </a:cubicBezTo>
                <a:cubicBezTo>
                  <a:pt x="13008000" y="157480"/>
                  <a:pt x="12682799" y="203200"/>
                  <a:pt x="12285333" y="203200"/>
                </a:cubicBezTo>
                <a:cubicBezTo>
                  <a:pt x="11887866" y="203200"/>
                  <a:pt x="11562666" y="157480"/>
                  <a:pt x="11562666" y="101600"/>
                </a:cubicBezTo>
                <a:cubicBezTo>
                  <a:pt x="11562666" y="45720"/>
                  <a:pt x="11887866" y="0"/>
                  <a:pt x="12285333" y="0"/>
                </a:cubicBezTo>
                <a:close/>
                <a:moveTo>
                  <a:pt x="15175999" y="0"/>
                </a:moveTo>
                <a:cubicBezTo>
                  <a:pt x="15573466" y="0"/>
                  <a:pt x="15898666" y="45720"/>
                  <a:pt x="15898666" y="101600"/>
                </a:cubicBezTo>
                <a:cubicBezTo>
                  <a:pt x="15898666" y="157480"/>
                  <a:pt x="15573466" y="203200"/>
                  <a:pt x="15175999" y="203200"/>
                </a:cubicBezTo>
                <a:cubicBezTo>
                  <a:pt x="14778532" y="203200"/>
                  <a:pt x="14453333" y="157480"/>
                  <a:pt x="14453333" y="101600"/>
                </a:cubicBezTo>
                <a:cubicBezTo>
                  <a:pt x="14453333" y="45720"/>
                  <a:pt x="14778533" y="0"/>
                  <a:pt x="15175999" y="0"/>
                </a:cubicBezTo>
                <a:close/>
                <a:moveTo>
                  <a:pt x="18066666" y="0"/>
                </a:moveTo>
                <a:cubicBezTo>
                  <a:pt x="18464132" y="0"/>
                  <a:pt x="18789332" y="45720"/>
                  <a:pt x="18789332" y="101600"/>
                </a:cubicBezTo>
                <a:cubicBezTo>
                  <a:pt x="18789332" y="157480"/>
                  <a:pt x="18464132" y="203200"/>
                  <a:pt x="18066666" y="203200"/>
                </a:cubicBezTo>
                <a:cubicBezTo>
                  <a:pt x="17669199" y="203200"/>
                  <a:pt x="17343998" y="157480"/>
                  <a:pt x="17343998" y="101600"/>
                </a:cubicBezTo>
                <a:cubicBezTo>
                  <a:pt x="17343998" y="45720"/>
                  <a:pt x="17669200" y="0"/>
                  <a:pt x="18066666" y="0"/>
                </a:cubicBezTo>
                <a:close/>
                <a:moveTo>
                  <a:pt x="20957331" y="0"/>
                </a:moveTo>
                <a:cubicBezTo>
                  <a:pt x="21354799" y="0"/>
                  <a:pt x="21679999" y="45720"/>
                  <a:pt x="21679999" y="101600"/>
                </a:cubicBezTo>
                <a:cubicBezTo>
                  <a:pt x="21679999" y="157480"/>
                  <a:pt x="21354799" y="203200"/>
                  <a:pt x="20957331" y="203200"/>
                </a:cubicBezTo>
                <a:cubicBezTo>
                  <a:pt x="20559866" y="203200"/>
                  <a:pt x="20234665" y="157480"/>
                  <a:pt x="20234665" y="101600"/>
                </a:cubicBezTo>
                <a:cubicBezTo>
                  <a:pt x="20234665" y="45720"/>
                  <a:pt x="20559866" y="0"/>
                  <a:pt x="20957331" y="0"/>
                </a:cubicBezTo>
                <a:close/>
                <a:moveTo>
                  <a:pt x="23847998" y="0"/>
                </a:moveTo>
                <a:cubicBezTo>
                  <a:pt x="24245466" y="0"/>
                  <a:pt x="24570666" y="45720"/>
                  <a:pt x="24570666" y="101600"/>
                </a:cubicBezTo>
                <a:cubicBezTo>
                  <a:pt x="24570666" y="157480"/>
                  <a:pt x="24245466" y="203200"/>
                  <a:pt x="23847998" y="203200"/>
                </a:cubicBezTo>
                <a:cubicBezTo>
                  <a:pt x="23450533" y="203200"/>
                  <a:pt x="23125332" y="157480"/>
                  <a:pt x="23125332" y="101600"/>
                </a:cubicBezTo>
                <a:cubicBezTo>
                  <a:pt x="23125332" y="45720"/>
                  <a:pt x="23450533" y="0"/>
                  <a:pt x="23847998" y="0"/>
                </a:cubicBezTo>
                <a:close/>
                <a:moveTo>
                  <a:pt x="26738665" y="0"/>
                </a:moveTo>
                <a:cubicBezTo>
                  <a:pt x="27136133" y="0"/>
                  <a:pt x="27461331" y="45720"/>
                  <a:pt x="27461331" y="101600"/>
                </a:cubicBezTo>
                <a:cubicBezTo>
                  <a:pt x="27461331" y="157480"/>
                  <a:pt x="27136133" y="203200"/>
                  <a:pt x="26738665" y="203200"/>
                </a:cubicBezTo>
                <a:cubicBezTo>
                  <a:pt x="26341198" y="203200"/>
                  <a:pt x="26015999" y="157480"/>
                  <a:pt x="26015999" y="101600"/>
                </a:cubicBezTo>
                <a:cubicBezTo>
                  <a:pt x="26015999" y="45720"/>
                  <a:pt x="26341198" y="0"/>
                  <a:pt x="26738665" y="0"/>
                </a:cubicBezTo>
                <a:close/>
                <a:moveTo>
                  <a:pt x="29629332" y="0"/>
                </a:moveTo>
                <a:cubicBezTo>
                  <a:pt x="30026799" y="0"/>
                  <a:pt x="30351998" y="45720"/>
                  <a:pt x="30351998" y="101600"/>
                </a:cubicBezTo>
                <a:cubicBezTo>
                  <a:pt x="30351998" y="157480"/>
                  <a:pt x="30026799" y="203200"/>
                  <a:pt x="29629332" y="203200"/>
                </a:cubicBezTo>
                <a:cubicBezTo>
                  <a:pt x="29231865" y="203200"/>
                  <a:pt x="28906666" y="157480"/>
                  <a:pt x="28906666" y="101600"/>
                </a:cubicBezTo>
                <a:cubicBezTo>
                  <a:pt x="28906666" y="45720"/>
                  <a:pt x="29231865" y="0"/>
                  <a:pt x="29629332" y="0"/>
                </a:cubicBezTo>
                <a:close/>
                <a:moveTo>
                  <a:pt x="32519999" y="0"/>
                </a:moveTo>
                <a:cubicBezTo>
                  <a:pt x="32917463" y="0"/>
                  <a:pt x="33242665" y="45720"/>
                  <a:pt x="33242665" y="101600"/>
                </a:cubicBezTo>
                <a:cubicBezTo>
                  <a:pt x="33242665" y="157480"/>
                  <a:pt x="32917463" y="203200"/>
                  <a:pt x="32519999" y="203200"/>
                </a:cubicBezTo>
                <a:cubicBezTo>
                  <a:pt x="32122532" y="203200"/>
                  <a:pt x="31797330" y="157480"/>
                  <a:pt x="31797330" y="101600"/>
                </a:cubicBezTo>
                <a:cubicBezTo>
                  <a:pt x="31797330" y="45720"/>
                  <a:pt x="32122532" y="0"/>
                  <a:pt x="32519999" y="0"/>
                </a:cubicBezTo>
                <a:close/>
                <a:moveTo>
                  <a:pt x="35410663" y="0"/>
                </a:moveTo>
                <a:cubicBezTo>
                  <a:pt x="35808130" y="0"/>
                  <a:pt x="36133332" y="45720"/>
                  <a:pt x="36133332" y="101600"/>
                </a:cubicBezTo>
                <a:cubicBezTo>
                  <a:pt x="36133332" y="157480"/>
                  <a:pt x="35808130" y="203200"/>
                  <a:pt x="35410663" y="203200"/>
                </a:cubicBezTo>
                <a:cubicBezTo>
                  <a:pt x="35013199" y="203200"/>
                  <a:pt x="34687997" y="157480"/>
                  <a:pt x="34687997" y="101600"/>
                </a:cubicBezTo>
                <a:cubicBezTo>
                  <a:pt x="34687997" y="45720"/>
                  <a:pt x="35013199" y="0"/>
                  <a:pt x="35410663" y="0"/>
                </a:cubicBezTo>
                <a:close/>
                <a:moveTo>
                  <a:pt x="38301330" y="0"/>
                </a:moveTo>
                <a:cubicBezTo>
                  <a:pt x="38698797" y="0"/>
                  <a:pt x="39023996" y="45720"/>
                  <a:pt x="39023996" y="101600"/>
                </a:cubicBezTo>
                <a:cubicBezTo>
                  <a:pt x="39023996" y="157480"/>
                  <a:pt x="38698797" y="203200"/>
                  <a:pt x="38301330" y="203200"/>
                </a:cubicBezTo>
                <a:cubicBezTo>
                  <a:pt x="37903863" y="203200"/>
                  <a:pt x="37578664" y="157480"/>
                  <a:pt x="37578664" y="101600"/>
                </a:cubicBezTo>
                <a:cubicBezTo>
                  <a:pt x="37578664" y="45720"/>
                  <a:pt x="37903866" y="0"/>
                  <a:pt x="38301330" y="0"/>
                </a:cubicBezTo>
                <a:close/>
                <a:moveTo>
                  <a:pt x="41191997" y="0"/>
                </a:moveTo>
                <a:cubicBezTo>
                  <a:pt x="41589464" y="0"/>
                  <a:pt x="41914663" y="45720"/>
                  <a:pt x="41914663" y="101600"/>
                </a:cubicBezTo>
                <a:cubicBezTo>
                  <a:pt x="41914663" y="157480"/>
                  <a:pt x="41589464" y="203200"/>
                  <a:pt x="41191997" y="203200"/>
                </a:cubicBezTo>
                <a:cubicBezTo>
                  <a:pt x="40794530" y="203200"/>
                  <a:pt x="40469331" y="157480"/>
                  <a:pt x="40469331" y="101600"/>
                </a:cubicBezTo>
                <a:cubicBezTo>
                  <a:pt x="40469331" y="45720"/>
                  <a:pt x="40794530" y="0"/>
                  <a:pt x="41191997" y="0"/>
                </a:cubicBezTo>
                <a:close/>
                <a:moveTo>
                  <a:pt x="44082664" y="0"/>
                </a:moveTo>
                <a:cubicBezTo>
                  <a:pt x="44480131" y="0"/>
                  <a:pt x="44805330" y="45720"/>
                  <a:pt x="44805330" y="101600"/>
                </a:cubicBezTo>
                <a:cubicBezTo>
                  <a:pt x="44805330" y="157480"/>
                  <a:pt x="44480131" y="203200"/>
                  <a:pt x="44082664" y="203200"/>
                </a:cubicBezTo>
                <a:cubicBezTo>
                  <a:pt x="43685197" y="203200"/>
                  <a:pt x="43359998" y="157480"/>
                  <a:pt x="43359998" y="101600"/>
                </a:cubicBezTo>
                <a:cubicBezTo>
                  <a:pt x="43359998" y="45720"/>
                  <a:pt x="43685194" y="0"/>
                  <a:pt x="44082664" y="0"/>
                </a:cubicBezTo>
                <a:close/>
                <a:moveTo>
                  <a:pt x="46973331" y="0"/>
                </a:moveTo>
                <a:cubicBezTo>
                  <a:pt x="47370798" y="0"/>
                  <a:pt x="47695997" y="45720"/>
                  <a:pt x="47695997" y="101600"/>
                </a:cubicBezTo>
                <a:cubicBezTo>
                  <a:pt x="47695997" y="157480"/>
                  <a:pt x="47370798" y="203200"/>
                  <a:pt x="46973331" y="203200"/>
                </a:cubicBezTo>
                <a:cubicBezTo>
                  <a:pt x="46575864" y="203200"/>
                  <a:pt x="46250665" y="157480"/>
                  <a:pt x="46250665" y="101600"/>
                </a:cubicBezTo>
                <a:cubicBezTo>
                  <a:pt x="46250665" y="45720"/>
                  <a:pt x="46575861" y="0"/>
                  <a:pt x="46973331" y="0"/>
                </a:cubicBezTo>
                <a:close/>
                <a:moveTo>
                  <a:pt x="49863998" y="0"/>
                </a:moveTo>
                <a:cubicBezTo>
                  <a:pt x="50261462" y="0"/>
                  <a:pt x="50586664" y="45720"/>
                  <a:pt x="50586664" y="101600"/>
                </a:cubicBezTo>
                <a:cubicBezTo>
                  <a:pt x="50586664" y="157480"/>
                  <a:pt x="50261462" y="203200"/>
                  <a:pt x="49863998" y="203200"/>
                </a:cubicBezTo>
                <a:cubicBezTo>
                  <a:pt x="49466531" y="203200"/>
                  <a:pt x="49141329" y="157480"/>
                  <a:pt x="49141329" y="101600"/>
                </a:cubicBezTo>
                <a:cubicBezTo>
                  <a:pt x="49141329" y="45720"/>
                  <a:pt x="49466528" y="0"/>
                  <a:pt x="49863998" y="0"/>
                </a:cubicBezTo>
                <a:close/>
                <a:moveTo>
                  <a:pt x="52754662" y="0"/>
                </a:moveTo>
                <a:cubicBezTo>
                  <a:pt x="53152132" y="0"/>
                  <a:pt x="53477328" y="45720"/>
                  <a:pt x="53477328" y="101600"/>
                </a:cubicBezTo>
                <a:cubicBezTo>
                  <a:pt x="53477328" y="157480"/>
                  <a:pt x="53152132" y="203200"/>
                  <a:pt x="52754662" y="203200"/>
                </a:cubicBezTo>
                <a:cubicBezTo>
                  <a:pt x="52357198" y="203200"/>
                  <a:pt x="52031996" y="157480"/>
                  <a:pt x="52031996" y="101600"/>
                </a:cubicBezTo>
                <a:cubicBezTo>
                  <a:pt x="52031996" y="45720"/>
                  <a:pt x="52357191" y="0"/>
                  <a:pt x="52754662" y="0"/>
                </a:cubicBezTo>
                <a:close/>
                <a:moveTo>
                  <a:pt x="55645332" y="0"/>
                </a:moveTo>
                <a:cubicBezTo>
                  <a:pt x="56042796" y="0"/>
                  <a:pt x="56367998" y="45720"/>
                  <a:pt x="56367998" y="101600"/>
                </a:cubicBezTo>
                <a:cubicBezTo>
                  <a:pt x="56367998" y="157480"/>
                  <a:pt x="56042796" y="203200"/>
                  <a:pt x="55645332" y="203200"/>
                </a:cubicBezTo>
                <a:cubicBezTo>
                  <a:pt x="55247862" y="203200"/>
                  <a:pt x="54922666" y="157480"/>
                  <a:pt x="54922666" y="101600"/>
                </a:cubicBezTo>
                <a:cubicBezTo>
                  <a:pt x="54922666" y="45720"/>
                  <a:pt x="55247862" y="0"/>
                  <a:pt x="55645332" y="0"/>
                </a:cubicBezTo>
                <a:close/>
                <a:moveTo>
                  <a:pt x="58535996" y="0"/>
                </a:moveTo>
                <a:cubicBezTo>
                  <a:pt x="58933460" y="0"/>
                  <a:pt x="59258662" y="45720"/>
                  <a:pt x="59258662" y="101600"/>
                </a:cubicBezTo>
                <a:cubicBezTo>
                  <a:pt x="59258662" y="157480"/>
                  <a:pt x="58933460" y="203200"/>
                  <a:pt x="58535996" y="203200"/>
                </a:cubicBezTo>
                <a:cubicBezTo>
                  <a:pt x="58138532" y="203200"/>
                  <a:pt x="57813330" y="157480"/>
                  <a:pt x="57813330" y="101600"/>
                </a:cubicBezTo>
                <a:cubicBezTo>
                  <a:pt x="57813330" y="45720"/>
                  <a:pt x="58138525" y="0"/>
                  <a:pt x="58535996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4"/>
          <p:cNvGrpSpPr/>
          <p:nvPr/>
        </p:nvGrpSpPr>
        <p:grpSpPr>
          <a:xfrm>
            <a:off x="11451712" y="3078112"/>
            <a:ext cx="4667250" cy="2630632"/>
            <a:chOff x="0" y="0"/>
            <a:chExt cx="6223000" cy="3507509"/>
          </a:xfrm>
        </p:grpSpPr>
        <p:pic>
          <p:nvPicPr>
            <p:cNvPr id="118" name="Google Shape;118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6223000" cy="35075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4"/>
            <p:cNvSpPr txBox="1"/>
            <p:nvPr/>
          </p:nvSpPr>
          <p:spPr>
            <a:xfrm>
              <a:off x="430357" y="1468786"/>
              <a:ext cx="5362287" cy="531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50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A working phone number</a:t>
              </a:r>
              <a:endParaRPr/>
            </a:p>
          </p:txBody>
        </p:sp>
      </p:grpSp>
      <p:grpSp>
        <p:nvGrpSpPr>
          <p:cNvPr id="120" name="Google Shape;120;p4"/>
          <p:cNvGrpSpPr/>
          <p:nvPr/>
        </p:nvGrpSpPr>
        <p:grpSpPr>
          <a:xfrm>
            <a:off x="13011299" y="1255121"/>
            <a:ext cx="4542258" cy="2560182"/>
            <a:chOff x="0" y="0"/>
            <a:chExt cx="6056344" cy="3413576"/>
          </a:xfrm>
        </p:grpSpPr>
        <p:pic>
          <p:nvPicPr>
            <p:cNvPr id="121" name="Google Shape;12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6056344" cy="3413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4"/>
            <p:cNvSpPr txBox="1"/>
            <p:nvPr/>
          </p:nvSpPr>
          <p:spPr>
            <a:xfrm>
              <a:off x="418832" y="1418906"/>
              <a:ext cx="5218681" cy="528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5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A working email address</a:t>
              </a:r>
              <a:endParaRPr/>
            </a:p>
          </p:txBody>
        </p:sp>
      </p:grpSp>
      <p:grpSp>
        <p:nvGrpSpPr>
          <p:cNvPr id="123" name="Google Shape;123;p4"/>
          <p:cNvGrpSpPr/>
          <p:nvPr/>
        </p:nvGrpSpPr>
        <p:grpSpPr>
          <a:xfrm>
            <a:off x="11864534" y="351843"/>
            <a:ext cx="5689023" cy="1353714"/>
            <a:chOff x="0" y="0"/>
            <a:chExt cx="7585364" cy="1804952"/>
          </a:xfrm>
        </p:grpSpPr>
        <p:pic>
          <p:nvPicPr>
            <p:cNvPr id="124" name="Google Shape;124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7299437" cy="18049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4"/>
            <p:cNvSpPr txBox="1"/>
            <p:nvPr/>
          </p:nvSpPr>
          <p:spPr>
            <a:xfrm>
              <a:off x="444906" y="576546"/>
              <a:ext cx="7140458" cy="604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81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What you will need:</a:t>
              </a:r>
              <a:endParaRPr/>
            </a:p>
          </p:txBody>
        </p:sp>
      </p:grpSp>
      <p:grpSp>
        <p:nvGrpSpPr>
          <p:cNvPr id="126" name="Google Shape;126;p4"/>
          <p:cNvGrpSpPr/>
          <p:nvPr/>
        </p:nvGrpSpPr>
        <p:grpSpPr>
          <a:xfrm>
            <a:off x="12430710" y="5143500"/>
            <a:ext cx="4101075" cy="2311515"/>
            <a:chOff x="0" y="0"/>
            <a:chExt cx="5468099" cy="3082020"/>
          </a:xfrm>
        </p:grpSpPr>
        <p:pic>
          <p:nvPicPr>
            <p:cNvPr id="127" name="Google Shape;127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5468099" cy="3082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4"/>
            <p:cNvSpPr txBox="1"/>
            <p:nvPr/>
          </p:nvSpPr>
          <p:spPr>
            <a:xfrm>
              <a:off x="378151" y="1285989"/>
              <a:ext cx="4711797" cy="471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3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Your home address</a:t>
              </a:r>
              <a:endParaRPr/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13549278" y="7081298"/>
            <a:ext cx="3862422" cy="2177002"/>
            <a:chOff x="0" y="0"/>
            <a:chExt cx="5149896" cy="2902669"/>
          </a:xfrm>
        </p:grpSpPr>
        <p:pic>
          <p:nvPicPr>
            <p:cNvPr id="130" name="Google Shape;13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5149896" cy="29026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4"/>
            <p:cNvSpPr txBox="1"/>
            <p:nvPr/>
          </p:nvSpPr>
          <p:spPr>
            <a:xfrm>
              <a:off x="356145" y="1199412"/>
              <a:ext cx="4437606" cy="45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28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A Strong Password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 rot="5400000">
            <a:off x="-20549174" y="37222336"/>
            <a:ext cx="74314318" cy="38100"/>
          </a:xfrm>
          <a:custGeom>
            <a:rect b="b" l="l" r="r" t="t"/>
            <a:pathLst>
              <a:path extrusionOk="0" h="203200" w="59258662">
                <a:moveTo>
                  <a:pt x="722667" y="0"/>
                </a:moveTo>
                <a:cubicBezTo>
                  <a:pt x="1120133" y="0"/>
                  <a:pt x="1445333" y="45720"/>
                  <a:pt x="1445333" y="101600"/>
                </a:cubicBezTo>
                <a:cubicBezTo>
                  <a:pt x="1445333" y="157480"/>
                  <a:pt x="1120133" y="203200"/>
                  <a:pt x="722667" y="203200"/>
                </a:cubicBezTo>
                <a:cubicBezTo>
                  <a:pt x="325200" y="203200"/>
                  <a:pt x="0" y="157480"/>
                  <a:pt x="0" y="101600"/>
                </a:cubicBezTo>
                <a:cubicBezTo>
                  <a:pt x="0" y="45720"/>
                  <a:pt x="325200" y="0"/>
                  <a:pt x="722667" y="0"/>
                </a:cubicBezTo>
                <a:close/>
                <a:moveTo>
                  <a:pt x="3613333" y="0"/>
                </a:moveTo>
                <a:cubicBezTo>
                  <a:pt x="4010800" y="0"/>
                  <a:pt x="4336000" y="45720"/>
                  <a:pt x="4336000" y="101600"/>
                </a:cubicBezTo>
                <a:cubicBezTo>
                  <a:pt x="4336000" y="157480"/>
                  <a:pt x="4010800" y="203200"/>
                  <a:pt x="3613333" y="203200"/>
                </a:cubicBezTo>
                <a:cubicBezTo>
                  <a:pt x="3215867" y="203200"/>
                  <a:pt x="2890667" y="157480"/>
                  <a:pt x="2890667" y="101600"/>
                </a:cubicBezTo>
                <a:cubicBezTo>
                  <a:pt x="2890667" y="45720"/>
                  <a:pt x="3215867" y="0"/>
                  <a:pt x="3613333" y="0"/>
                </a:cubicBezTo>
                <a:close/>
                <a:moveTo>
                  <a:pt x="6504000" y="0"/>
                </a:moveTo>
                <a:cubicBezTo>
                  <a:pt x="6901466" y="0"/>
                  <a:pt x="7226666" y="45720"/>
                  <a:pt x="7226666" y="101600"/>
                </a:cubicBezTo>
                <a:cubicBezTo>
                  <a:pt x="7226666" y="157480"/>
                  <a:pt x="6901466" y="203200"/>
                  <a:pt x="6504000" y="203200"/>
                </a:cubicBezTo>
                <a:cubicBezTo>
                  <a:pt x="6106533" y="203200"/>
                  <a:pt x="5781333" y="157480"/>
                  <a:pt x="5781333" y="101600"/>
                </a:cubicBezTo>
                <a:cubicBezTo>
                  <a:pt x="5781333" y="45720"/>
                  <a:pt x="6106533" y="0"/>
                  <a:pt x="6504000" y="0"/>
                </a:cubicBezTo>
                <a:close/>
                <a:moveTo>
                  <a:pt x="9394667" y="0"/>
                </a:moveTo>
                <a:cubicBezTo>
                  <a:pt x="9792133" y="0"/>
                  <a:pt x="10117333" y="45720"/>
                  <a:pt x="10117333" y="101600"/>
                </a:cubicBezTo>
                <a:cubicBezTo>
                  <a:pt x="10117333" y="157480"/>
                  <a:pt x="9792133" y="203200"/>
                  <a:pt x="9394667" y="203200"/>
                </a:cubicBezTo>
                <a:cubicBezTo>
                  <a:pt x="8997199" y="203200"/>
                  <a:pt x="8672000" y="157480"/>
                  <a:pt x="8672000" y="101600"/>
                </a:cubicBezTo>
                <a:cubicBezTo>
                  <a:pt x="8672000" y="45720"/>
                  <a:pt x="8997200" y="0"/>
                  <a:pt x="9394667" y="0"/>
                </a:cubicBezTo>
                <a:close/>
                <a:moveTo>
                  <a:pt x="12285333" y="0"/>
                </a:moveTo>
                <a:cubicBezTo>
                  <a:pt x="12682799" y="0"/>
                  <a:pt x="13008000" y="45720"/>
                  <a:pt x="13008000" y="101600"/>
                </a:cubicBezTo>
                <a:cubicBezTo>
                  <a:pt x="13008000" y="157480"/>
                  <a:pt x="12682799" y="203200"/>
                  <a:pt x="12285333" y="203200"/>
                </a:cubicBezTo>
                <a:cubicBezTo>
                  <a:pt x="11887866" y="203200"/>
                  <a:pt x="11562666" y="157480"/>
                  <a:pt x="11562666" y="101600"/>
                </a:cubicBezTo>
                <a:cubicBezTo>
                  <a:pt x="11562666" y="45720"/>
                  <a:pt x="11887866" y="0"/>
                  <a:pt x="12285333" y="0"/>
                </a:cubicBezTo>
                <a:close/>
                <a:moveTo>
                  <a:pt x="15175999" y="0"/>
                </a:moveTo>
                <a:cubicBezTo>
                  <a:pt x="15573466" y="0"/>
                  <a:pt x="15898666" y="45720"/>
                  <a:pt x="15898666" y="101600"/>
                </a:cubicBezTo>
                <a:cubicBezTo>
                  <a:pt x="15898666" y="157480"/>
                  <a:pt x="15573466" y="203200"/>
                  <a:pt x="15175999" y="203200"/>
                </a:cubicBezTo>
                <a:cubicBezTo>
                  <a:pt x="14778532" y="203200"/>
                  <a:pt x="14453333" y="157480"/>
                  <a:pt x="14453333" y="101600"/>
                </a:cubicBezTo>
                <a:cubicBezTo>
                  <a:pt x="14453333" y="45720"/>
                  <a:pt x="14778533" y="0"/>
                  <a:pt x="15175999" y="0"/>
                </a:cubicBezTo>
                <a:close/>
                <a:moveTo>
                  <a:pt x="18066666" y="0"/>
                </a:moveTo>
                <a:cubicBezTo>
                  <a:pt x="18464132" y="0"/>
                  <a:pt x="18789332" y="45720"/>
                  <a:pt x="18789332" y="101600"/>
                </a:cubicBezTo>
                <a:cubicBezTo>
                  <a:pt x="18789332" y="157480"/>
                  <a:pt x="18464132" y="203200"/>
                  <a:pt x="18066666" y="203200"/>
                </a:cubicBezTo>
                <a:cubicBezTo>
                  <a:pt x="17669199" y="203200"/>
                  <a:pt x="17343998" y="157480"/>
                  <a:pt x="17343998" y="101600"/>
                </a:cubicBezTo>
                <a:cubicBezTo>
                  <a:pt x="17343998" y="45720"/>
                  <a:pt x="17669200" y="0"/>
                  <a:pt x="18066666" y="0"/>
                </a:cubicBezTo>
                <a:close/>
                <a:moveTo>
                  <a:pt x="20957331" y="0"/>
                </a:moveTo>
                <a:cubicBezTo>
                  <a:pt x="21354799" y="0"/>
                  <a:pt x="21679999" y="45720"/>
                  <a:pt x="21679999" y="101600"/>
                </a:cubicBezTo>
                <a:cubicBezTo>
                  <a:pt x="21679999" y="157480"/>
                  <a:pt x="21354799" y="203200"/>
                  <a:pt x="20957331" y="203200"/>
                </a:cubicBezTo>
                <a:cubicBezTo>
                  <a:pt x="20559866" y="203200"/>
                  <a:pt x="20234665" y="157480"/>
                  <a:pt x="20234665" y="101600"/>
                </a:cubicBezTo>
                <a:cubicBezTo>
                  <a:pt x="20234665" y="45720"/>
                  <a:pt x="20559866" y="0"/>
                  <a:pt x="20957331" y="0"/>
                </a:cubicBezTo>
                <a:close/>
                <a:moveTo>
                  <a:pt x="23847998" y="0"/>
                </a:moveTo>
                <a:cubicBezTo>
                  <a:pt x="24245466" y="0"/>
                  <a:pt x="24570666" y="45720"/>
                  <a:pt x="24570666" y="101600"/>
                </a:cubicBezTo>
                <a:cubicBezTo>
                  <a:pt x="24570666" y="157480"/>
                  <a:pt x="24245466" y="203200"/>
                  <a:pt x="23847998" y="203200"/>
                </a:cubicBezTo>
                <a:cubicBezTo>
                  <a:pt x="23450533" y="203200"/>
                  <a:pt x="23125332" y="157480"/>
                  <a:pt x="23125332" y="101600"/>
                </a:cubicBezTo>
                <a:cubicBezTo>
                  <a:pt x="23125332" y="45720"/>
                  <a:pt x="23450533" y="0"/>
                  <a:pt x="23847998" y="0"/>
                </a:cubicBezTo>
                <a:close/>
                <a:moveTo>
                  <a:pt x="26738665" y="0"/>
                </a:moveTo>
                <a:cubicBezTo>
                  <a:pt x="27136133" y="0"/>
                  <a:pt x="27461331" y="45720"/>
                  <a:pt x="27461331" y="101600"/>
                </a:cubicBezTo>
                <a:cubicBezTo>
                  <a:pt x="27461331" y="157480"/>
                  <a:pt x="27136133" y="203200"/>
                  <a:pt x="26738665" y="203200"/>
                </a:cubicBezTo>
                <a:cubicBezTo>
                  <a:pt x="26341198" y="203200"/>
                  <a:pt x="26015999" y="157480"/>
                  <a:pt x="26015999" y="101600"/>
                </a:cubicBezTo>
                <a:cubicBezTo>
                  <a:pt x="26015999" y="45720"/>
                  <a:pt x="26341198" y="0"/>
                  <a:pt x="26738665" y="0"/>
                </a:cubicBezTo>
                <a:close/>
                <a:moveTo>
                  <a:pt x="29629332" y="0"/>
                </a:moveTo>
                <a:cubicBezTo>
                  <a:pt x="30026799" y="0"/>
                  <a:pt x="30351998" y="45720"/>
                  <a:pt x="30351998" y="101600"/>
                </a:cubicBezTo>
                <a:cubicBezTo>
                  <a:pt x="30351998" y="157480"/>
                  <a:pt x="30026799" y="203200"/>
                  <a:pt x="29629332" y="203200"/>
                </a:cubicBezTo>
                <a:cubicBezTo>
                  <a:pt x="29231865" y="203200"/>
                  <a:pt x="28906666" y="157480"/>
                  <a:pt x="28906666" y="101600"/>
                </a:cubicBezTo>
                <a:cubicBezTo>
                  <a:pt x="28906666" y="45720"/>
                  <a:pt x="29231865" y="0"/>
                  <a:pt x="29629332" y="0"/>
                </a:cubicBezTo>
                <a:close/>
                <a:moveTo>
                  <a:pt x="32519999" y="0"/>
                </a:moveTo>
                <a:cubicBezTo>
                  <a:pt x="32917463" y="0"/>
                  <a:pt x="33242665" y="45720"/>
                  <a:pt x="33242665" y="101600"/>
                </a:cubicBezTo>
                <a:cubicBezTo>
                  <a:pt x="33242665" y="157480"/>
                  <a:pt x="32917463" y="203200"/>
                  <a:pt x="32519999" y="203200"/>
                </a:cubicBezTo>
                <a:cubicBezTo>
                  <a:pt x="32122532" y="203200"/>
                  <a:pt x="31797330" y="157480"/>
                  <a:pt x="31797330" y="101600"/>
                </a:cubicBezTo>
                <a:cubicBezTo>
                  <a:pt x="31797330" y="45720"/>
                  <a:pt x="32122532" y="0"/>
                  <a:pt x="32519999" y="0"/>
                </a:cubicBezTo>
                <a:close/>
                <a:moveTo>
                  <a:pt x="35410663" y="0"/>
                </a:moveTo>
                <a:cubicBezTo>
                  <a:pt x="35808130" y="0"/>
                  <a:pt x="36133332" y="45720"/>
                  <a:pt x="36133332" y="101600"/>
                </a:cubicBezTo>
                <a:cubicBezTo>
                  <a:pt x="36133332" y="157480"/>
                  <a:pt x="35808130" y="203200"/>
                  <a:pt x="35410663" y="203200"/>
                </a:cubicBezTo>
                <a:cubicBezTo>
                  <a:pt x="35013199" y="203200"/>
                  <a:pt x="34687997" y="157480"/>
                  <a:pt x="34687997" y="101600"/>
                </a:cubicBezTo>
                <a:cubicBezTo>
                  <a:pt x="34687997" y="45720"/>
                  <a:pt x="35013199" y="0"/>
                  <a:pt x="35410663" y="0"/>
                </a:cubicBezTo>
                <a:close/>
                <a:moveTo>
                  <a:pt x="38301330" y="0"/>
                </a:moveTo>
                <a:cubicBezTo>
                  <a:pt x="38698797" y="0"/>
                  <a:pt x="39023996" y="45720"/>
                  <a:pt x="39023996" y="101600"/>
                </a:cubicBezTo>
                <a:cubicBezTo>
                  <a:pt x="39023996" y="157480"/>
                  <a:pt x="38698797" y="203200"/>
                  <a:pt x="38301330" y="203200"/>
                </a:cubicBezTo>
                <a:cubicBezTo>
                  <a:pt x="37903863" y="203200"/>
                  <a:pt x="37578664" y="157480"/>
                  <a:pt x="37578664" y="101600"/>
                </a:cubicBezTo>
                <a:cubicBezTo>
                  <a:pt x="37578664" y="45720"/>
                  <a:pt x="37903866" y="0"/>
                  <a:pt x="38301330" y="0"/>
                </a:cubicBezTo>
                <a:close/>
                <a:moveTo>
                  <a:pt x="41191997" y="0"/>
                </a:moveTo>
                <a:cubicBezTo>
                  <a:pt x="41589464" y="0"/>
                  <a:pt x="41914663" y="45720"/>
                  <a:pt x="41914663" y="101600"/>
                </a:cubicBezTo>
                <a:cubicBezTo>
                  <a:pt x="41914663" y="157480"/>
                  <a:pt x="41589464" y="203200"/>
                  <a:pt x="41191997" y="203200"/>
                </a:cubicBezTo>
                <a:cubicBezTo>
                  <a:pt x="40794530" y="203200"/>
                  <a:pt x="40469331" y="157480"/>
                  <a:pt x="40469331" y="101600"/>
                </a:cubicBezTo>
                <a:cubicBezTo>
                  <a:pt x="40469331" y="45720"/>
                  <a:pt x="40794530" y="0"/>
                  <a:pt x="41191997" y="0"/>
                </a:cubicBezTo>
                <a:close/>
                <a:moveTo>
                  <a:pt x="44082664" y="0"/>
                </a:moveTo>
                <a:cubicBezTo>
                  <a:pt x="44480131" y="0"/>
                  <a:pt x="44805330" y="45720"/>
                  <a:pt x="44805330" y="101600"/>
                </a:cubicBezTo>
                <a:cubicBezTo>
                  <a:pt x="44805330" y="157480"/>
                  <a:pt x="44480131" y="203200"/>
                  <a:pt x="44082664" y="203200"/>
                </a:cubicBezTo>
                <a:cubicBezTo>
                  <a:pt x="43685197" y="203200"/>
                  <a:pt x="43359998" y="157480"/>
                  <a:pt x="43359998" y="101600"/>
                </a:cubicBezTo>
                <a:cubicBezTo>
                  <a:pt x="43359998" y="45720"/>
                  <a:pt x="43685194" y="0"/>
                  <a:pt x="44082664" y="0"/>
                </a:cubicBezTo>
                <a:close/>
                <a:moveTo>
                  <a:pt x="46973331" y="0"/>
                </a:moveTo>
                <a:cubicBezTo>
                  <a:pt x="47370798" y="0"/>
                  <a:pt x="47695997" y="45720"/>
                  <a:pt x="47695997" y="101600"/>
                </a:cubicBezTo>
                <a:cubicBezTo>
                  <a:pt x="47695997" y="157480"/>
                  <a:pt x="47370798" y="203200"/>
                  <a:pt x="46973331" y="203200"/>
                </a:cubicBezTo>
                <a:cubicBezTo>
                  <a:pt x="46575864" y="203200"/>
                  <a:pt x="46250665" y="157480"/>
                  <a:pt x="46250665" y="101600"/>
                </a:cubicBezTo>
                <a:cubicBezTo>
                  <a:pt x="46250665" y="45720"/>
                  <a:pt x="46575861" y="0"/>
                  <a:pt x="46973331" y="0"/>
                </a:cubicBezTo>
                <a:close/>
                <a:moveTo>
                  <a:pt x="49863998" y="0"/>
                </a:moveTo>
                <a:cubicBezTo>
                  <a:pt x="50261462" y="0"/>
                  <a:pt x="50586664" y="45720"/>
                  <a:pt x="50586664" y="101600"/>
                </a:cubicBezTo>
                <a:cubicBezTo>
                  <a:pt x="50586664" y="157480"/>
                  <a:pt x="50261462" y="203200"/>
                  <a:pt x="49863998" y="203200"/>
                </a:cubicBezTo>
                <a:cubicBezTo>
                  <a:pt x="49466531" y="203200"/>
                  <a:pt x="49141329" y="157480"/>
                  <a:pt x="49141329" y="101600"/>
                </a:cubicBezTo>
                <a:cubicBezTo>
                  <a:pt x="49141329" y="45720"/>
                  <a:pt x="49466528" y="0"/>
                  <a:pt x="49863998" y="0"/>
                </a:cubicBezTo>
                <a:close/>
                <a:moveTo>
                  <a:pt x="52754662" y="0"/>
                </a:moveTo>
                <a:cubicBezTo>
                  <a:pt x="53152132" y="0"/>
                  <a:pt x="53477328" y="45720"/>
                  <a:pt x="53477328" y="101600"/>
                </a:cubicBezTo>
                <a:cubicBezTo>
                  <a:pt x="53477328" y="157480"/>
                  <a:pt x="53152132" y="203200"/>
                  <a:pt x="52754662" y="203200"/>
                </a:cubicBezTo>
                <a:cubicBezTo>
                  <a:pt x="52357198" y="203200"/>
                  <a:pt x="52031996" y="157480"/>
                  <a:pt x="52031996" y="101600"/>
                </a:cubicBezTo>
                <a:cubicBezTo>
                  <a:pt x="52031996" y="45720"/>
                  <a:pt x="52357191" y="0"/>
                  <a:pt x="52754662" y="0"/>
                </a:cubicBezTo>
                <a:close/>
                <a:moveTo>
                  <a:pt x="55645332" y="0"/>
                </a:moveTo>
                <a:cubicBezTo>
                  <a:pt x="56042796" y="0"/>
                  <a:pt x="56367998" y="45720"/>
                  <a:pt x="56367998" y="101600"/>
                </a:cubicBezTo>
                <a:cubicBezTo>
                  <a:pt x="56367998" y="157480"/>
                  <a:pt x="56042796" y="203200"/>
                  <a:pt x="55645332" y="203200"/>
                </a:cubicBezTo>
                <a:cubicBezTo>
                  <a:pt x="55247862" y="203200"/>
                  <a:pt x="54922666" y="157480"/>
                  <a:pt x="54922666" y="101600"/>
                </a:cubicBezTo>
                <a:cubicBezTo>
                  <a:pt x="54922666" y="45720"/>
                  <a:pt x="55247862" y="0"/>
                  <a:pt x="55645332" y="0"/>
                </a:cubicBezTo>
                <a:close/>
                <a:moveTo>
                  <a:pt x="58535996" y="0"/>
                </a:moveTo>
                <a:cubicBezTo>
                  <a:pt x="58933460" y="0"/>
                  <a:pt x="59258662" y="45720"/>
                  <a:pt x="59258662" y="101600"/>
                </a:cubicBezTo>
                <a:cubicBezTo>
                  <a:pt x="59258662" y="157480"/>
                  <a:pt x="58933460" y="203200"/>
                  <a:pt x="58535996" y="203200"/>
                </a:cubicBezTo>
                <a:cubicBezTo>
                  <a:pt x="58138532" y="203200"/>
                  <a:pt x="57813330" y="157480"/>
                  <a:pt x="57813330" y="101600"/>
                </a:cubicBezTo>
                <a:cubicBezTo>
                  <a:pt x="57813330" y="45720"/>
                  <a:pt x="58138525" y="0"/>
                  <a:pt x="58535996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5"/>
          <p:cNvGrpSpPr/>
          <p:nvPr/>
        </p:nvGrpSpPr>
        <p:grpSpPr>
          <a:xfrm>
            <a:off x="0" y="3639491"/>
            <a:ext cx="16607984" cy="4418659"/>
            <a:chOff x="0" y="0"/>
            <a:chExt cx="22143979" cy="5891545"/>
          </a:xfrm>
        </p:grpSpPr>
        <p:pic>
          <p:nvPicPr>
            <p:cNvPr id="138" name="Google Shape;138;p5"/>
            <p:cNvPicPr preferRelativeResize="0"/>
            <p:nvPr/>
          </p:nvPicPr>
          <p:blipFill rotWithShape="1">
            <a:blip r:embed="rId3">
              <a:alphaModFix/>
            </a:blip>
            <a:srcRect b="10404" l="0" r="0" t="10404"/>
            <a:stretch/>
          </p:blipFill>
          <p:spPr>
            <a:xfrm>
              <a:off x="0" y="0"/>
              <a:ext cx="7305126" cy="58915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5"/>
            <p:cNvPicPr preferRelativeResize="0"/>
            <p:nvPr/>
          </p:nvPicPr>
          <p:blipFill rotWithShape="1">
            <a:blip r:embed="rId4">
              <a:alphaModFix/>
            </a:blip>
            <a:srcRect b="10834" l="27542" r="29318" t="27313"/>
            <a:stretch/>
          </p:blipFill>
          <p:spPr>
            <a:xfrm>
              <a:off x="7419426" y="0"/>
              <a:ext cx="7305126" cy="58915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5"/>
            <p:cNvPicPr preferRelativeResize="0"/>
            <p:nvPr/>
          </p:nvPicPr>
          <p:blipFill rotWithShape="1">
            <a:blip r:embed="rId5">
              <a:alphaModFix/>
            </a:blip>
            <a:srcRect b="4927" l="18697" r="20256" t="7547"/>
            <a:stretch/>
          </p:blipFill>
          <p:spPr>
            <a:xfrm>
              <a:off x="14838853" y="0"/>
              <a:ext cx="7305126" cy="58915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1" name="Google Shape;14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9550" y="5343114"/>
            <a:ext cx="1418580" cy="101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44845" y="5343114"/>
            <a:ext cx="1418580" cy="10114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 rot="5400000">
            <a:off x="15375351" y="5010960"/>
            <a:ext cx="4101272" cy="26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Steps to add your address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1323964" y="1279561"/>
            <a:ext cx="6409217" cy="2084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Can't see your address?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6537659" y="8662460"/>
            <a:ext cx="3532667" cy="856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Type your address. If not present in the list, choose "I don't see my address in the list"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12084710" y="8807385"/>
            <a:ext cx="3532667" cy="566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Fill in your address details and click "Continue"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8794524" y="1426066"/>
            <a:ext cx="6675917" cy="87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Sometimes, your address may not be present in Common App's database. Not to worry. Follow these steps to add your home address.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You can also do this when adding your high school later on.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995217" y="8952309"/>
            <a:ext cx="3532667" cy="276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Click on "Add address"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903" r="902" t="0"/>
          <a:stretch/>
        </p:blipFill>
        <p:spPr>
          <a:xfrm>
            <a:off x="6286500" y="2533650"/>
            <a:ext cx="11506200" cy="65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 b="52" l="0" r="0" t="53"/>
          <a:stretch/>
        </p:blipFill>
        <p:spPr>
          <a:xfrm>
            <a:off x="495300" y="171450"/>
            <a:ext cx="5429250" cy="76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153150" y="533400"/>
            <a:ext cx="2400722" cy="177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8077" y="6858000"/>
            <a:ext cx="1165923" cy="12812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6"/>
          <p:cNvGrpSpPr/>
          <p:nvPr/>
        </p:nvGrpSpPr>
        <p:grpSpPr>
          <a:xfrm>
            <a:off x="235527" y="7904586"/>
            <a:ext cx="5474579" cy="1353714"/>
            <a:chOff x="0" y="0"/>
            <a:chExt cx="7299438" cy="1804952"/>
          </a:xfrm>
        </p:grpSpPr>
        <p:pic>
          <p:nvPicPr>
            <p:cNvPr id="158" name="Google Shape;158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7299437" cy="18049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6"/>
            <p:cNvSpPr txBox="1"/>
            <p:nvPr/>
          </p:nvSpPr>
          <p:spPr>
            <a:xfrm>
              <a:off x="158980" y="451743"/>
              <a:ext cx="7140458" cy="863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81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Accept all the Terms and Conditions </a:t>
              </a:r>
              <a:endParaRPr/>
            </a:p>
            <a:p>
              <a:pPr indent="0" lvl="0" marL="0" marR="0" rtl="0" algn="ctr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81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and Create your account</a:t>
              </a:r>
              <a:endParaRPr/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8782472" y="702218"/>
            <a:ext cx="7315200" cy="1183732"/>
            <a:chOff x="0" y="0"/>
            <a:chExt cx="9753600" cy="1578310"/>
          </a:xfrm>
        </p:grpSpPr>
        <p:pic>
          <p:nvPicPr>
            <p:cNvPr id="161" name="Google Shape;161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0"/>
              <a:ext cx="9753600" cy="1578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6"/>
            <p:cNvSpPr txBox="1"/>
            <p:nvPr/>
          </p:nvSpPr>
          <p:spPr>
            <a:xfrm>
              <a:off x="2044521" y="78531"/>
              <a:ext cx="5664557" cy="880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79">
                  <a:solidFill>
                    <a:srgbClr val="200B47"/>
                  </a:solidFill>
                  <a:latin typeface="Arial"/>
                  <a:ea typeface="Arial"/>
                  <a:cs typeface="Arial"/>
                  <a:sym typeface="Arial"/>
                </a:rPr>
                <a:t>Your Dashboard</a:t>
              </a:r>
              <a:endParaRPr/>
            </a:p>
          </p:txBody>
        </p:sp>
      </p:grpSp>
      <p:pic>
        <p:nvPicPr>
          <p:cNvPr id="163" name="Google Shape;16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5719485">
            <a:off x="16048076" y="4366664"/>
            <a:ext cx="1421097" cy="429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15622131" y="5270934"/>
            <a:ext cx="2387808" cy="138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rgbClr val="200B47"/>
                </a:solidFill>
                <a:latin typeface="Arial"/>
                <a:ea typeface="Arial"/>
                <a:cs typeface="Arial"/>
                <a:sym typeface="Arial"/>
              </a:rPr>
              <a:t>Your </a:t>
            </a:r>
            <a:endParaRPr/>
          </a:p>
          <a:p>
            <a:pPr indent="0" lvl="0" marL="0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rgbClr val="200B47"/>
                </a:solidFill>
                <a:latin typeface="Arial"/>
                <a:ea typeface="Arial"/>
                <a:cs typeface="Arial"/>
                <a:sym typeface="Arial"/>
              </a:rPr>
              <a:t>Common </a:t>
            </a:r>
            <a:endParaRPr/>
          </a:p>
          <a:p>
            <a:pPr indent="0" lvl="0" marL="0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rgbClr val="200B47"/>
                </a:solidFill>
                <a:latin typeface="Arial"/>
                <a:ea typeface="Arial"/>
                <a:cs typeface="Arial"/>
                <a:sym typeface="Arial"/>
              </a:rPr>
              <a:t>App ID</a:t>
            </a:r>
            <a:endParaRPr/>
          </a:p>
          <a:p>
            <a:pPr indent="0" lvl="0" marL="0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rgbClr val="200B47"/>
                </a:solidFill>
                <a:latin typeface="Arial"/>
                <a:ea typeface="Arial"/>
                <a:cs typeface="Arial"/>
                <a:sym typeface="Arial"/>
              </a:rPr>
              <a:t>(CAID)</a:t>
            </a:r>
            <a:endParaRPr/>
          </a:p>
        </p:txBody>
      </p:sp>
    </p:spTree>
  </p:cSld>
  <p:clrMapOvr>
    <a:masterClrMapping/>
  </p:clrMapOvr>
  <p:transition spd="slow" p14:dur="1500"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 rot="5400000">
            <a:off x="-20549174" y="37222336"/>
            <a:ext cx="74314318" cy="38100"/>
          </a:xfrm>
          <a:custGeom>
            <a:rect b="b" l="l" r="r" t="t"/>
            <a:pathLst>
              <a:path extrusionOk="0" h="203200" w="59258662">
                <a:moveTo>
                  <a:pt x="722667" y="0"/>
                </a:moveTo>
                <a:cubicBezTo>
                  <a:pt x="1120133" y="0"/>
                  <a:pt x="1445333" y="45720"/>
                  <a:pt x="1445333" y="101600"/>
                </a:cubicBezTo>
                <a:cubicBezTo>
                  <a:pt x="1445333" y="157480"/>
                  <a:pt x="1120133" y="203200"/>
                  <a:pt x="722667" y="203200"/>
                </a:cubicBezTo>
                <a:cubicBezTo>
                  <a:pt x="325200" y="203200"/>
                  <a:pt x="0" y="157480"/>
                  <a:pt x="0" y="101600"/>
                </a:cubicBezTo>
                <a:cubicBezTo>
                  <a:pt x="0" y="45720"/>
                  <a:pt x="325200" y="0"/>
                  <a:pt x="722667" y="0"/>
                </a:cubicBezTo>
                <a:close/>
                <a:moveTo>
                  <a:pt x="3613333" y="0"/>
                </a:moveTo>
                <a:cubicBezTo>
                  <a:pt x="4010800" y="0"/>
                  <a:pt x="4336000" y="45720"/>
                  <a:pt x="4336000" y="101600"/>
                </a:cubicBezTo>
                <a:cubicBezTo>
                  <a:pt x="4336000" y="157480"/>
                  <a:pt x="4010800" y="203200"/>
                  <a:pt x="3613333" y="203200"/>
                </a:cubicBezTo>
                <a:cubicBezTo>
                  <a:pt x="3215867" y="203200"/>
                  <a:pt x="2890667" y="157480"/>
                  <a:pt x="2890667" y="101600"/>
                </a:cubicBezTo>
                <a:cubicBezTo>
                  <a:pt x="2890667" y="45720"/>
                  <a:pt x="3215867" y="0"/>
                  <a:pt x="3613333" y="0"/>
                </a:cubicBezTo>
                <a:close/>
                <a:moveTo>
                  <a:pt x="6504000" y="0"/>
                </a:moveTo>
                <a:cubicBezTo>
                  <a:pt x="6901466" y="0"/>
                  <a:pt x="7226666" y="45720"/>
                  <a:pt x="7226666" y="101600"/>
                </a:cubicBezTo>
                <a:cubicBezTo>
                  <a:pt x="7226666" y="157480"/>
                  <a:pt x="6901466" y="203200"/>
                  <a:pt x="6504000" y="203200"/>
                </a:cubicBezTo>
                <a:cubicBezTo>
                  <a:pt x="6106533" y="203200"/>
                  <a:pt x="5781333" y="157480"/>
                  <a:pt x="5781333" y="101600"/>
                </a:cubicBezTo>
                <a:cubicBezTo>
                  <a:pt x="5781333" y="45720"/>
                  <a:pt x="6106533" y="0"/>
                  <a:pt x="6504000" y="0"/>
                </a:cubicBezTo>
                <a:close/>
                <a:moveTo>
                  <a:pt x="9394667" y="0"/>
                </a:moveTo>
                <a:cubicBezTo>
                  <a:pt x="9792133" y="0"/>
                  <a:pt x="10117333" y="45720"/>
                  <a:pt x="10117333" y="101600"/>
                </a:cubicBezTo>
                <a:cubicBezTo>
                  <a:pt x="10117333" y="157480"/>
                  <a:pt x="9792133" y="203200"/>
                  <a:pt x="9394667" y="203200"/>
                </a:cubicBezTo>
                <a:cubicBezTo>
                  <a:pt x="8997199" y="203200"/>
                  <a:pt x="8672000" y="157480"/>
                  <a:pt x="8672000" y="101600"/>
                </a:cubicBezTo>
                <a:cubicBezTo>
                  <a:pt x="8672000" y="45720"/>
                  <a:pt x="8997200" y="0"/>
                  <a:pt x="9394667" y="0"/>
                </a:cubicBezTo>
                <a:close/>
                <a:moveTo>
                  <a:pt x="12285333" y="0"/>
                </a:moveTo>
                <a:cubicBezTo>
                  <a:pt x="12682799" y="0"/>
                  <a:pt x="13008000" y="45720"/>
                  <a:pt x="13008000" y="101600"/>
                </a:cubicBezTo>
                <a:cubicBezTo>
                  <a:pt x="13008000" y="157480"/>
                  <a:pt x="12682799" y="203200"/>
                  <a:pt x="12285333" y="203200"/>
                </a:cubicBezTo>
                <a:cubicBezTo>
                  <a:pt x="11887866" y="203200"/>
                  <a:pt x="11562666" y="157480"/>
                  <a:pt x="11562666" y="101600"/>
                </a:cubicBezTo>
                <a:cubicBezTo>
                  <a:pt x="11562666" y="45720"/>
                  <a:pt x="11887866" y="0"/>
                  <a:pt x="12285333" y="0"/>
                </a:cubicBezTo>
                <a:close/>
                <a:moveTo>
                  <a:pt x="15175999" y="0"/>
                </a:moveTo>
                <a:cubicBezTo>
                  <a:pt x="15573466" y="0"/>
                  <a:pt x="15898666" y="45720"/>
                  <a:pt x="15898666" y="101600"/>
                </a:cubicBezTo>
                <a:cubicBezTo>
                  <a:pt x="15898666" y="157480"/>
                  <a:pt x="15573466" y="203200"/>
                  <a:pt x="15175999" y="203200"/>
                </a:cubicBezTo>
                <a:cubicBezTo>
                  <a:pt x="14778532" y="203200"/>
                  <a:pt x="14453333" y="157480"/>
                  <a:pt x="14453333" y="101600"/>
                </a:cubicBezTo>
                <a:cubicBezTo>
                  <a:pt x="14453333" y="45720"/>
                  <a:pt x="14778533" y="0"/>
                  <a:pt x="15175999" y="0"/>
                </a:cubicBezTo>
                <a:close/>
                <a:moveTo>
                  <a:pt x="18066666" y="0"/>
                </a:moveTo>
                <a:cubicBezTo>
                  <a:pt x="18464132" y="0"/>
                  <a:pt x="18789332" y="45720"/>
                  <a:pt x="18789332" y="101600"/>
                </a:cubicBezTo>
                <a:cubicBezTo>
                  <a:pt x="18789332" y="157480"/>
                  <a:pt x="18464132" y="203200"/>
                  <a:pt x="18066666" y="203200"/>
                </a:cubicBezTo>
                <a:cubicBezTo>
                  <a:pt x="17669199" y="203200"/>
                  <a:pt x="17343998" y="157480"/>
                  <a:pt x="17343998" y="101600"/>
                </a:cubicBezTo>
                <a:cubicBezTo>
                  <a:pt x="17343998" y="45720"/>
                  <a:pt x="17669200" y="0"/>
                  <a:pt x="18066666" y="0"/>
                </a:cubicBezTo>
                <a:close/>
                <a:moveTo>
                  <a:pt x="20957331" y="0"/>
                </a:moveTo>
                <a:cubicBezTo>
                  <a:pt x="21354799" y="0"/>
                  <a:pt x="21679999" y="45720"/>
                  <a:pt x="21679999" y="101600"/>
                </a:cubicBezTo>
                <a:cubicBezTo>
                  <a:pt x="21679999" y="157480"/>
                  <a:pt x="21354799" y="203200"/>
                  <a:pt x="20957331" y="203200"/>
                </a:cubicBezTo>
                <a:cubicBezTo>
                  <a:pt x="20559866" y="203200"/>
                  <a:pt x="20234665" y="157480"/>
                  <a:pt x="20234665" y="101600"/>
                </a:cubicBezTo>
                <a:cubicBezTo>
                  <a:pt x="20234665" y="45720"/>
                  <a:pt x="20559866" y="0"/>
                  <a:pt x="20957331" y="0"/>
                </a:cubicBezTo>
                <a:close/>
                <a:moveTo>
                  <a:pt x="23847998" y="0"/>
                </a:moveTo>
                <a:cubicBezTo>
                  <a:pt x="24245466" y="0"/>
                  <a:pt x="24570666" y="45720"/>
                  <a:pt x="24570666" y="101600"/>
                </a:cubicBezTo>
                <a:cubicBezTo>
                  <a:pt x="24570666" y="157480"/>
                  <a:pt x="24245466" y="203200"/>
                  <a:pt x="23847998" y="203200"/>
                </a:cubicBezTo>
                <a:cubicBezTo>
                  <a:pt x="23450533" y="203200"/>
                  <a:pt x="23125332" y="157480"/>
                  <a:pt x="23125332" y="101600"/>
                </a:cubicBezTo>
                <a:cubicBezTo>
                  <a:pt x="23125332" y="45720"/>
                  <a:pt x="23450533" y="0"/>
                  <a:pt x="23847998" y="0"/>
                </a:cubicBezTo>
                <a:close/>
                <a:moveTo>
                  <a:pt x="26738665" y="0"/>
                </a:moveTo>
                <a:cubicBezTo>
                  <a:pt x="27136133" y="0"/>
                  <a:pt x="27461331" y="45720"/>
                  <a:pt x="27461331" y="101600"/>
                </a:cubicBezTo>
                <a:cubicBezTo>
                  <a:pt x="27461331" y="157480"/>
                  <a:pt x="27136133" y="203200"/>
                  <a:pt x="26738665" y="203200"/>
                </a:cubicBezTo>
                <a:cubicBezTo>
                  <a:pt x="26341198" y="203200"/>
                  <a:pt x="26015999" y="157480"/>
                  <a:pt x="26015999" y="101600"/>
                </a:cubicBezTo>
                <a:cubicBezTo>
                  <a:pt x="26015999" y="45720"/>
                  <a:pt x="26341198" y="0"/>
                  <a:pt x="26738665" y="0"/>
                </a:cubicBezTo>
                <a:close/>
                <a:moveTo>
                  <a:pt x="29629332" y="0"/>
                </a:moveTo>
                <a:cubicBezTo>
                  <a:pt x="30026799" y="0"/>
                  <a:pt x="30351998" y="45720"/>
                  <a:pt x="30351998" y="101600"/>
                </a:cubicBezTo>
                <a:cubicBezTo>
                  <a:pt x="30351998" y="157480"/>
                  <a:pt x="30026799" y="203200"/>
                  <a:pt x="29629332" y="203200"/>
                </a:cubicBezTo>
                <a:cubicBezTo>
                  <a:pt x="29231865" y="203200"/>
                  <a:pt x="28906666" y="157480"/>
                  <a:pt x="28906666" y="101600"/>
                </a:cubicBezTo>
                <a:cubicBezTo>
                  <a:pt x="28906666" y="45720"/>
                  <a:pt x="29231865" y="0"/>
                  <a:pt x="29629332" y="0"/>
                </a:cubicBezTo>
                <a:close/>
                <a:moveTo>
                  <a:pt x="32519999" y="0"/>
                </a:moveTo>
                <a:cubicBezTo>
                  <a:pt x="32917463" y="0"/>
                  <a:pt x="33242665" y="45720"/>
                  <a:pt x="33242665" y="101600"/>
                </a:cubicBezTo>
                <a:cubicBezTo>
                  <a:pt x="33242665" y="157480"/>
                  <a:pt x="32917463" y="203200"/>
                  <a:pt x="32519999" y="203200"/>
                </a:cubicBezTo>
                <a:cubicBezTo>
                  <a:pt x="32122532" y="203200"/>
                  <a:pt x="31797330" y="157480"/>
                  <a:pt x="31797330" y="101600"/>
                </a:cubicBezTo>
                <a:cubicBezTo>
                  <a:pt x="31797330" y="45720"/>
                  <a:pt x="32122532" y="0"/>
                  <a:pt x="32519999" y="0"/>
                </a:cubicBezTo>
                <a:close/>
                <a:moveTo>
                  <a:pt x="35410663" y="0"/>
                </a:moveTo>
                <a:cubicBezTo>
                  <a:pt x="35808130" y="0"/>
                  <a:pt x="36133332" y="45720"/>
                  <a:pt x="36133332" y="101600"/>
                </a:cubicBezTo>
                <a:cubicBezTo>
                  <a:pt x="36133332" y="157480"/>
                  <a:pt x="35808130" y="203200"/>
                  <a:pt x="35410663" y="203200"/>
                </a:cubicBezTo>
                <a:cubicBezTo>
                  <a:pt x="35013199" y="203200"/>
                  <a:pt x="34687997" y="157480"/>
                  <a:pt x="34687997" y="101600"/>
                </a:cubicBezTo>
                <a:cubicBezTo>
                  <a:pt x="34687997" y="45720"/>
                  <a:pt x="35013199" y="0"/>
                  <a:pt x="35410663" y="0"/>
                </a:cubicBezTo>
                <a:close/>
                <a:moveTo>
                  <a:pt x="38301330" y="0"/>
                </a:moveTo>
                <a:cubicBezTo>
                  <a:pt x="38698797" y="0"/>
                  <a:pt x="39023996" y="45720"/>
                  <a:pt x="39023996" y="101600"/>
                </a:cubicBezTo>
                <a:cubicBezTo>
                  <a:pt x="39023996" y="157480"/>
                  <a:pt x="38698797" y="203200"/>
                  <a:pt x="38301330" y="203200"/>
                </a:cubicBezTo>
                <a:cubicBezTo>
                  <a:pt x="37903863" y="203200"/>
                  <a:pt x="37578664" y="157480"/>
                  <a:pt x="37578664" y="101600"/>
                </a:cubicBezTo>
                <a:cubicBezTo>
                  <a:pt x="37578664" y="45720"/>
                  <a:pt x="37903866" y="0"/>
                  <a:pt x="38301330" y="0"/>
                </a:cubicBezTo>
                <a:close/>
                <a:moveTo>
                  <a:pt x="41191997" y="0"/>
                </a:moveTo>
                <a:cubicBezTo>
                  <a:pt x="41589464" y="0"/>
                  <a:pt x="41914663" y="45720"/>
                  <a:pt x="41914663" y="101600"/>
                </a:cubicBezTo>
                <a:cubicBezTo>
                  <a:pt x="41914663" y="157480"/>
                  <a:pt x="41589464" y="203200"/>
                  <a:pt x="41191997" y="203200"/>
                </a:cubicBezTo>
                <a:cubicBezTo>
                  <a:pt x="40794530" y="203200"/>
                  <a:pt x="40469331" y="157480"/>
                  <a:pt x="40469331" y="101600"/>
                </a:cubicBezTo>
                <a:cubicBezTo>
                  <a:pt x="40469331" y="45720"/>
                  <a:pt x="40794530" y="0"/>
                  <a:pt x="41191997" y="0"/>
                </a:cubicBezTo>
                <a:close/>
                <a:moveTo>
                  <a:pt x="44082664" y="0"/>
                </a:moveTo>
                <a:cubicBezTo>
                  <a:pt x="44480131" y="0"/>
                  <a:pt x="44805330" y="45720"/>
                  <a:pt x="44805330" y="101600"/>
                </a:cubicBezTo>
                <a:cubicBezTo>
                  <a:pt x="44805330" y="157480"/>
                  <a:pt x="44480131" y="203200"/>
                  <a:pt x="44082664" y="203200"/>
                </a:cubicBezTo>
                <a:cubicBezTo>
                  <a:pt x="43685197" y="203200"/>
                  <a:pt x="43359998" y="157480"/>
                  <a:pt x="43359998" y="101600"/>
                </a:cubicBezTo>
                <a:cubicBezTo>
                  <a:pt x="43359998" y="45720"/>
                  <a:pt x="43685194" y="0"/>
                  <a:pt x="44082664" y="0"/>
                </a:cubicBezTo>
                <a:close/>
                <a:moveTo>
                  <a:pt x="46973331" y="0"/>
                </a:moveTo>
                <a:cubicBezTo>
                  <a:pt x="47370798" y="0"/>
                  <a:pt x="47695997" y="45720"/>
                  <a:pt x="47695997" y="101600"/>
                </a:cubicBezTo>
                <a:cubicBezTo>
                  <a:pt x="47695997" y="157480"/>
                  <a:pt x="47370798" y="203200"/>
                  <a:pt x="46973331" y="203200"/>
                </a:cubicBezTo>
                <a:cubicBezTo>
                  <a:pt x="46575864" y="203200"/>
                  <a:pt x="46250665" y="157480"/>
                  <a:pt x="46250665" y="101600"/>
                </a:cubicBezTo>
                <a:cubicBezTo>
                  <a:pt x="46250665" y="45720"/>
                  <a:pt x="46575861" y="0"/>
                  <a:pt x="46973331" y="0"/>
                </a:cubicBezTo>
                <a:close/>
                <a:moveTo>
                  <a:pt x="49863998" y="0"/>
                </a:moveTo>
                <a:cubicBezTo>
                  <a:pt x="50261462" y="0"/>
                  <a:pt x="50586664" y="45720"/>
                  <a:pt x="50586664" y="101600"/>
                </a:cubicBezTo>
                <a:cubicBezTo>
                  <a:pt x="50586664" y="157480"/>
                  <a:pt x="50261462" y="203200"/>
                  <a:pt x="49863998" y="203200"/>
                </a:cubicBezTo>
                <a:cubicBezTo>
                  <a:pt x="49466531" y="203200"/>
                  <a:pt x="49141329" y="157480"/>
                  <a:pt x="49141329" y="101600"/>
                </a:cubicBezTo>
                <a:cubicBezTo>
                  <a:pt x="49141329" y="45720"/>
                  <a:pt x="49466528" y="0"/>
                  <a:pt x="49863998" y="0"/>
                </a:cubicBezTo>
                <a:close/>
                <a:moveTo>
                  <a:pt x="52754662" y="0"/>
                </a:moveTo>
                <a:cubicBezTo>
                  <a:pt x="53152132" y="0"/>
                  <a:pt x="53477328" y="45720"/>
                  <a:pt x="53477328" y="101600"/>
                </a:cubicBezTo>
                <a:cubicBezTo>
                  <a:pt x="53477328" y="157480"/>
                  <a:pt x="53152132" y="203200"/>
                  <a:pt x="52754662" y="203200"/>
                </a:cubicBezTo>
                <a:cubicBezTo>
                  <a:pt x="52357198" y="203200"/>
                  <a:pt x="52031996" y="157480"/>
                  <a:pt x="52031996" y="101600"/>
                </a:cubicBezTo>
                <a:cubicBezTo>
                  <a:pt x="52031996" y="45720"/>
                  <a:pt x="52357191" y="0"/>
                  <a:pt x="52754662" y="0"/>
                </a:cubicBezTo>
                <a:close/>
                <a:moveTo>
                  <a:pt x="55645332" y="0"/>
                </a:moveTo>
                <a:cubicBezTo>
                  <a:pt x="56042796" y="0"/>
                  <a:pt x="56367998" y="45720"/>
                  <a:pt x="56367998" y="101600"/>
                </a:cubicBezTo>
                <a:cubicBezTo>
                  <a:pt x="56367998" y="157480"/>
                  <a:pt x="56042796" y="203200"/>
                  <a:pt x="55645332" y="203200"/>
                </a:cubicBezTo>
                <a:cubicBezTo>
                  <a:pt x="55247862" y="203200"/>
                  <a:pt x="54922666" y="157480"/>
                  <a:pt x="54922666" y="101600"/>
                </a:cubicBezTo>
                <a:cubicBezTo>
                  <a:pt x="54922666" y="45720"/>
                  <a:pt x="55247862" y="0"/>
                  <a:pt x="55645332" y="0"/>
                </a:cubicBezTo>
                <a:close/>
                <a:moveTo>
                  <a:pt x="58535996" y="0"/>
                </a:moveTo>
                <a:cubicBezTo>
                  <a:pt x="58933460" y="0"/>
                  <a:pt x="59258662" y="45720"/>
                  <a:pt x="59258662" y="101600"/>
                </a:cubicBezTo>
                <a:cubicBezTo>
                  <a:pt x="59258662" y="157480"/>
                  <a:pt x="58933460" y="203200"/>
                  <a:pt x="58535996" y="203200"/>
                </a:cubicBezTo>
                <a:cubicBezTo>
                  <a:pt x="58138532" y="203200"/>
                  <a:pt x="57813330" y="157480"/>
                  <a:pt x="57813330" y="101600"/>
                </a:cubicBezTo>
                <a:cubicBezTo>
                  <a:pt x="57813330" y="45720"/>
                  <a:pt x="58138525" y="0"/>
                  <a:pt x="58535996" y="0"/>
                </a:cubicBezTo>
                <a:close/>
              </a:path>
            </a:pathLst>
          </a:custGeom>
          <a:solidFill>
            <a:srgbClr val="0000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7"/>
          <p:cNvGrpSpPr/>
          <p:nvPr/>
        </p:nvGrpSpPr>
        <p:grpSpPr>
          <a:xfrm>
            <a:off x="0" y="3639491"/>
            <a:ext cx="16607984" cy="4418659"/>
            <a:chOff x="0" y="0"/>
            <a:chExt cx="22143979" cy="5891545"/>
          </a:xfrm>
        </p:grpSpPr>
        <p:pic>
          <p:nvPicPr>
            <p:cNvPr id="171" name="Google Shape;171;p7"/>
            <p:cNvPicPr preferRelativeResize="0"/>
            <p:nvPr/>
          </p:nvPicPr>
          <p:blipFill rotWithShape="1">
            <a:blip r:embed="rId3">
              <a:alphaModFix/>
            </a:blip>
            <a:srcRect b="0" l="3131" r="26781" t="0"/>
            <a:stretch/>
          </p:blipFill>
          <p:spPr>
            <a:xfrm>
              <a:off x="0" y="0"/>
              <a:ext cx="7186593" cy="58915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7"/>
            <p:cNvPicPr preferRelativeResize="0"/>
            <p:nvPr/>
          </p:nvPicPr>
          <p:blipFill rotWithShape="1">
            <a:blip r:embed="rId4">
              <a:alphaModFix/>
            </a:blip>
            <a:srcRect b="0" l="1989" r="1988" t="31758"/>
            <a:stretch/>
          </p:blipFill>
          <p:spPr>
            <a:xfrm>
              <a:off x="7478693" y="0"/>
              <a:ext cx="7186593" cy="58915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7"/>
            <p:cNvPicPr preferRelativeResize="0"/>
            <p:nvPr/>
          </p:nvPicPr>
          <p:blipFill rotWithShape="1">
            <a:blip r:embed="rId5">
              <a:alphaModFix/>
            </a:blip>
            <a:srcRect b="3816" l="23097" r="0" t="3816"/>
            <a:stretch/>
          </p:blipFill>
          <p:spPr>
            <a:xfrm>
              <a:off x="14957386" y="0"/>
              <a:ext cx="7186593" cy="58915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7"/>
          <p:cNvSpPr txBox="1"/>
          <p:nvPr/>
        </p:nvSpPr>
        <p:spPr>
          <a:xfrm rot="5400000">
            <a:off x="15375351" y="5010960"/>
            <a:ext cx="4101272" cy="26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Navigating the Dashboard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1323964" y="1270036"/>
            <a:ext cx="6409217" cy="1957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What's the dashboard for?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810733" y="8835960"/>
            <a:ext cx="3532667" cy="566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Lists the colleges you have chosen to apply to.</a:t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6537659" y="8205812"/>
            <a:ext cx="3532667" cy="177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2720" lvl="1" marL="345439" marR="0" rtl="0" algn="ctr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Clr>
                <a:srgbClr val="200B47"/>
              </a:buClr>
              <a:buSzPts val="1599"/>
              <a:buFont typeface="Arial"/>
              <a:buChar char="•"/>
            </a:pPr>
            <a:r>
              <a:rPr b="0" i="0" lang="en-US" sz="1599" u="none" cap="none" strike="noStrike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Shows number of days to the deadline of your chosen cycle.</a:t>
            </a:r>
            <a:endParaRPr/>
          </a:p>
          <a:p>
            <a:pPr indent="-172720" lvl="1" marL="345439" marR="0" rtl="0" algn="ctr">
              <a:lnSpc>
                <a:spcPct val="150031"/>
              </a:lnSpc>
              <a:spcBef>
                <a:spcPts val="119"/>
              </a:spcBef>
              <a:spcAft>
                <a:spcPts val="0"/>
              </a:spcAft>
              <a:buClr>
                <a:srgbClr val="200B47"/>
              </a:buClr>
              <a:buSzPts val="1599"/>
              <a:buFont typeface="Arial"/>
              <a:buChar char="•"/>
            </a:pPr>
            <a:r>
              <a:rPr b="0" i="0" lang="en-US" sz="1599" u="none" cap="none" strike="noStrike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Info on which essays are required.</a:t>
            </a:r>
            <a:endParaRPr/>
          </a:p>
          <a:p>
            <a:pPr indent="-172720" lvl="1" marL="345439" marR="0" rtl="0" algn="ctr">
              <a:lnSpc>
                <a:spcPct val="150031"/>
              </a:lnSpc>
              <a:spcBef>
                <a:spcPts val="119"/>
              </a:spcBef>
              <a:spcAft>
                <a:spcPts val="0"/>
              </a:spcAft>
              <a:buClr>
                <a:srgbClr val="200B47"/>
              </a:buClr>
              <a:buSzPts val="1599"/>
              <a:buFont typeface="Arial"/>
              <a:buChar char="•"/>
            </a:pPr>
            <a:r>
              <a:rPr b="0" i="0" lang="en-US" sz="1599" u="none" cap="none" strike="noStrike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Number of supplementary essays at a glance.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12084710" y="8807385"/>
            <a:ext cx="3532667" cy="566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00B47"/>
                </a:solidFill>
                <a:latin typeface="Open Sans"/>
                <a:ea typeface="Open Sans"/>
                <a:cs typeface="Open Sans"/>
                <a:sym typeface="Open Sans"/>
              </a:rPr>
              <a:t>Shows the status of your submitted application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-104870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8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186" name="Google Shape;186;p8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8" name="Google Shape;18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8"/>
          <p:cNvPicPr preferRelativeResize="0"/>
          <p:nvPr/>
        </p:nvPicPr>
        <p:blipFill rotWithShape="1">
          <a:blip r:embed="rId6">
            <a:alphaModFix/>
          </a:blip>
          <a:srcRect b="4649" l="16365" r="29558" t="9532"/>
          <a:stretch/>
        </p:blipFill>
        <p:spPr>
          <a:xfrm>
            <a:off x="10730199" y="1653740"/>
            <a:ext cx="7277100" cy="649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grpSp>
        <p:nvGrpSpPr>
          <p:cNvPr id="193" name="Google Shape;193;p8"/>
          <p:cNvGrpSpPr/>
          <p:nvPr/>
        </p:nvGrpSpPr>
        <p:grpSpPr>
          <a:xfrm>
            <a:off x="1699564" y="3156848"/>
            <a:ext cx="6820472" cy="1746250"/>
            <a:chOff x="3405" y="-76200"/>
            <a:chExt cx="9093964" cy="2328333"/>
          </a:xfrm>
        </p:grpSpPr>
        <p:grpSp>
          <p:nvGrpSpPr>
            <p:cNvPr id="194" name="Google Shape;194;p8"/>
            <p:cNvGrpSpPr/>
            <p:nvPr/>
          </p:nvGrpSpPr>
          <p:grpSpPr>
            <a:xfrm>
              <a:off x="3405" y="362838"/>
              <a:ext cx="1519644" cy="1526456"/>
              <a:chOff x="1813" y="0"/>
              <a:chExt cx="809173" cy="812800"/>
            </a:xfrm>
          </p:grpSpPr>
          <p:sp>
            <p:nvSpPr>
              <p:cNvPr id="195" name="Google Shape;195;p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8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" name="Google Shape;197;p8"/>
            <p:cNvSpPr txBox="1"/>
            <p:nvPr/>
          </p:nvSpPr>
          <p:spPr>
            <a:xfrm>
              <a:off x="118822" y="609599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  <p:sp>
          <p:nvSpPr>
            <p:cNvPr id="198" name="Google Shape;198;p8"/>
            <p:cNvSpPr txBox="1"/>
            <p:nvPr/>
          </p:nvSpPr>
          <p:spPr>
            <a:xfrm>
              <a:off x="1964739" y="-76200"/>
              <a:ext cx="7132630" cy="2328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Fill in personal info like your name, address, contact, languages spoken, demographics e.g. gender, etc.</a:t>
              </a:r>
              <a:endParaRPr/>
            </a:p>
          </p:txBody>
        </p:sp>
      </p:grpSp>
      <p:sp>
        <p:nvSpPr>
          <p:cNvPr id="199" name="Google Shape;199;p8"/>
          <p:cNvSpPr txBox="1"/>
          <p:nvPr/>
        </p:nvSpPr>
        <p:spPr>
          <a:xfrm>
            <a:off x="3170564" y="2299598"/>
            <a:ext cx="27232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  <a:endParaRPr/>
          </a:p>
        </p:txBody>
      </p:sp>
      <p:grpSp>
        <p:nvGrpSpPr>
          <p:cNvPr id="200" name="Google Shape;200;p8"/>
          <p:cNvGrpSpPr/>
          <p:nvPr/>
        </p:nvGrpSpPr>
        <p:grpSpPr>
          <a:xfrm>
            <a:off x="1699564" y="6526467"/>
            <a:ext cx="8077772" cy="1144842"/>
            <a:chOff x="3405" y="0"/>
            <a:chExt cx="10770364" cy="1526456"/>
          </a:xfrm>
        </p:grpSpPr>
        <p:grpSp>
          <p:nvGrpSpPr>
            <p:cNvPr id="201" name="Google Shape;201;p8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02" name="Google Shape;202;p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8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8"/>
            <p:cNvSpPr txBox="1"/>
            <p:nvPr/>
          </p:nvSpPr>
          <p:spPr>
            <a:xfrm>
              <a:off x="118822" y="248302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  <p:sp>
          <p:nvSpPr>
            <p:cNvPr id="205" name="Google Shape;205;p8"/>
            <p:cNvSpPr txBox="1"/>
            <p:nvPr/>
          </p:nvSpPr>
          <p:spPr>
            <a:xfrm>
              <a:off x="1964739" y="503191"/>
              <a:ext cx="8809030" cy="575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Choose English as your first language</a:t>
              </a:r>
              <a:endParaRPr/>
            </a:p>
          </p:txBody>
        </p:sp>
      </p:grpSp>
      <p:grpSp>
        <p:nvGrpSpPr>
          <p:cNvPr id="206" name="Google Shape;206;p8"/>
          <p:cNvGrpSpPr/>
          <p:nvPr/>
        </p:nvGrpSpPr>
        <p:grpSpPr>
          <a:xfrm>
            <a:off x="1699564" y="5143500"/>
            <a:ext cx="8077772" cy="1416971"/>
            <a:chOff x="3405" y="0"/>
            <a:chExt cx="10770364" cy="1889295"/>
          </a:xfrm>
        </p:grpSpPr>
        <p:grpSp>
          <p:nvGrpSpPr>
            <p:cNvPr id="207" name="Google Shape;207;p8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08" name="Google Shape;208;p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8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8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  <p:sp>
          <p:nvSpPr>
            <p:cNvPr id="211" name="Google Shape;211;p8"/>
            <p:cNvSpPr txBox="1"/>
            <p:nvPr/>
          </p:nvSpPr>
          <p:spPr>
            <a:xfrm>
              <a:off x="1964739" y="145162"/>
              <a:ext cx="88090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Choose "Yes" when asked whether you qualify for a fee waiver. Your counselor will provide a supporting statement.</a:t>
              </a:r>
              <a:endParaRPr/>
            </a:p>
          </p:txBody>
        </p:sp>
      </p:grpSp>
      <p:grpSp>
        <p:nvGrpSpPr>
          <p:cNvPr id="212" name="Google Shape;212;p8"/>
          <p:cNvGrpSpPr/>
          <p:nvPr/>
        </p:nvGrpSpPr>
        <p:grpSpPr>
          <a:xfrm>
            <a:off x="1699564" y="7902810"/>
            <a:ext cx="8077772" cy="1144842"/>
            <a:chOff x="3405" y="0"/>
            <a:chExt cx="10770364" cy="1526456"/>
          </a:xfrm>
        </p:grpSpPr>
        <p:grpSp>
          <p:nvGrpSpPr>
            <p:cNvPr id="213" name="Google Shape;213;p8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14" name="Google Shape;214;p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8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8"/>
            <p:cNvSpPr txBox="1"/>
            <p:nvPr/>
          </p:nvSpPr>
          <p:spPr>
            <a:xfrm>
              <a:off x="118822" y="248302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/>
            </a:p>
          </p:txBody>
        </p:sp>
        <p:sp>
          <p:nvSpPr>
            <p:cNvPr id="217" name="Google Shape;217;p8"/>
            <p:cNvSpPr txBox="1"/>
            <p:nvPr/>
          </p:nvSpPr>
          <p:spPr>
            <a:xfrm>
              <a:off x="1964739" y="503191"/>
              <a:ext cx="8809030" cy="575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Visa to be applied for: F-1 Student Visa</a:t>
              </a:r>
              <a:endParaRPr/>
            </a:p>
          </p:txBody>
        </p:sp>
      </p:grp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9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225" name="Google Shape;225;p9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9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7" name="Google Shape;22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9"/>
          <p:cNvGrpSpPr/>
          <p:nvPr/>
        </p:nvGrpSpPr>
        <p:grpSpPr>
          <a:xfrm>
            <a:off x="1699564" y="3486127"/>
            <a:ext cx="1139733" cy="1144842"/>
            <a:chOff x="1813" y="0"/>
            <a:chExt cx="809173" cy="812800"/>
          </a:xfrm>
        </p:grpSpPr>
        <p:sp>
          <p:nvSpPr>
            <p:cNvPr id="230" name="Google Shape;230;p9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A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9"/>
          <p:cNvGrpSpPr/>
          <p:nvPr/>
        </p:nvGrpSpPr>
        <p:grpSpPr>
          <a:xfrm>
            <a:off x="1699564" y="7004948"/>
            <a:ext cx="1139733" cy="1144842"/>
            <a:chOff x="1813" y="0"/>
            <a:chExt cx="809173" cy="812800"/>
          </a:xfrm>
        </p:grpSpPr>
        <p:sp>
          <p:nvSpPr>
            <p:cNvPr id="233" name="Google Shape;233;p9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A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9"/>
          <p:cNvSpPr txBox="1"/>
          <p:nvPr/>
        </p:nvSpPr>
        <p:spPr>
          <a:xfrm>
            <a:off x="1786127" y="7162600"/>
            <a:ext cx="966609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3170564" y="6959400"/>
            <a:ext cx="6606772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you don't have much info on one or both parents, you can choose "I have limited information about this parent" when filling in the Parent subsection. </a:t>
            </a:r>
            <a:endParaRPr/>
          </a:p>
        </p:txBody>
      </p:sp>
      <p:grpSp>
        <p:nvGrpSpPr>
          <p:cNvPr id="237" name="Google Shape;237;p9"/>
          <p:cNvGrpSpPr/>
          <p:nvPr/>
        </p:nvGrpSpPr>
        <p:grpSpPr>
          <a:xfrm>
            <a:off x="1675153" y="5109473"/>
            <a:ext cx="8077772" cy="1416971"/>
            <a:chOff x="3405" y="0"/>
            <a:chExt cx="10770364" cy="1889295"/>
          </a:xfrm>
        </p:grpSpPr>
        <p:grpSp>
          <p:nvGrpSpPr>
            <p:cNvPr id="238" name="Google Shape;238;p9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39" name="Google Shape;239;p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9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" name="Google Shape;241;p9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  <p:sp>
          <p:nvSpPr>
            <p:cNvPr id="242" name="Google Shape;242;p9"/>
            <p:cNvSpPr txBox="1"/>
            <p:nvPr/>
          </p:nvSpPr>
          <p:spPr>
            <a:xfrm>
              <a:off x="1964739" y="145162"/>
              <a:ext cx="88090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Provide names, occupations and level of education of your parents. Provide names of siblings.</a:t>
              </a:r>
              <a:endParaRPr/>
            </a:p>
          </p:txBody>
        </p:sp>
      </p:grpSp>
      <p:pic>
        <p:nvPicPr>
          <p:cNvPr id="243" name="Google Shape;243;p9"/>
          <p:cNvPicPr preferRelativeResize="0"/>
          <p:nvPr/>
        </p:nvPicPr>
        <p:blipFill rotWithShape="1">
          <a:blip r:embed="rId6">
            <a:alphaModFix/>
          </a:blip>
          <a:srcRect b="5153" l="15657" r="29417" t="11042"/>
          <a:stretch/>
        </p:blipFill>
        <p:spPr>
          <a:xfrm>
            <a:off x="10730199" y="1971675"/>
            <a:ext cx="7391400" cy="63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1786127" y="3642623"/>
            <a:ext cx="966609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3170564" y="3575948"/>
            <a:ext cx="5349472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 info on the size of your household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3170564" y="2604398"/>
            <a:ext cx="27232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Family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10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256" name="Google Shape;256;p10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0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8" name="Google Shape;25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10"/>
          <p:cNvGrpSpPr/>
          <p:nvPr/>
        </p:nvGrpSpPr>
        <p:grpSpPr>
          <a:xfrm>
            <a:off x="1675153" y="4278140"/>
            <a:ext cx="8077772" cy="1144842"/>
            <a:chOff x="3405" y="0"/>
            <a:chExt cx="10770364" cy="1526456"/>
          </a:xfrm>
        </p:grpSpPr>
        <p:grpSp>
          <p:nvGrpSpPr>
            <p:cNvPr id="261" name="Google Shape;261;p10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62" name="Google Shape;262;p1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4" name="Google Shape;264;p10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1964739" y="145162"/>
              <a:ext cx="8809030" cy="115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Select "Did or will take a gap year and write a 250-word gap year essay.</a:t>
              </a:r>
              <a:endParaRPr/>
            </a:p>
          </p:txBody>
        </p:sp>
      </p:grpSp>
      <p:pic>
        <p:nvPicPr>
          <p:cNvPr id="266" name="Google Shape;26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30199" y="2299195"/>
            <a:ext cx="7286675" cy="56205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10"/>
          <p:cNvGrpSpPr/>
          <p:nvPr/>
        </p:nvGrpSpPr>
        <p:grpSpPr>
          <a:xfrm>
            <a:off x="1699564" y="5672711"/>
            <a:ext cx="8077772" cy="1308099"/>
            <a:chOff x="3405" y="-35330"/>
            <a:chExt cx="10770364" cy="1744133"/>
          </a:xfrm>
        </p:grpSpPr>
        <p:grpSp>
          <p:nvGrpSpPr>
            <p:cNvPr id="268" name="Google Shape;268;p10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69" name="Google Shape;269;p1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1" name="Google Shape;271;p10"/>
            <p:cNvSpPr txBox="1"/>
            <p:nvPr/>
          </p:nvSpPr>
          <p:spPr>
            <a:xfrm>
              <a:off x="118822" y="248302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  <p:sp>
          <p:nvSpPr>
            <p:cNvPr id="272" name="Google Shape;272;p10"/>
            <p:cNvSpPr txBox="1"/>
            <p:nvPr/>
          </p:nvSpPr>
          <p:spPr>
            <a:xfrm>
              <a:off x="1964739" y="-35330"/>
              <a:ext cx="88090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Indicate any other high schools you attended. You will be required to provide reasons for leaving the school(s). </a:t>
              </a:r>
              <a:endParaRPr/>
            </a:p>
          </p:txBody>
        </p:sp>
      </p:grpSp>
      <p:sp>
        <p:nvSpPr>
          <p:cNvPr id="273" name="Google Shape;273;p10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grpSp>
        <p:nvGrpSpPr>
          <p:cNvPr id="275" name="Google Shape;275;p10"/>
          <p:cNvGrpSpPr/>
          <p:nvPr/>
        </p:nvGrpSpPr>
        <p:grpSpPr>
          <a:xfrm>
            <a:off x="1699564" y="2718295"/>
            <a:ext cx="6820472" cy="1416971"/>
            <a:chOff x="3405" y="0"/>
            <a:chExt cx="9093964" cy="1889295"/>
          </a:xfrm>
        </p:grpSpPr>
        <p:grpSp>
          <p:nvGrpSpPr>
            <p:cNvPr id="276" name="Google Shape;276;p10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77" name="Google Shape;277;p1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" name="Google Shape;279;p10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  <p:sp>
          <p:nvSpPr>
            <p:cNvPr id="280" name="Google Shape;280;p10"/>
            <p:cNvSpPr txBox="1"/>
            <p:nvPr/>
          </p:nvSpPr>
          <p:spPr>
            <a:xfrm>
              <a:off x="1964739" y="145162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Fill in your former high school under "Most recent secondary/high school. </a:t>
              </a:r>
              <a:endParaRPr/>
            </a:p>
          </p:txBody>
        </p:sp>
      </p:grpSp>
      <p:sp>
        <p:nvSpPr>
          <p:cNvPr id="281" name="Google Shape;281;p10"/>
          <p:cNvSpPr txBox="1"/>
          <p:nvPr/>
        </p:nvSpPr>
        <p:spPr>
          <a:xfrm>
            <a:off x="3170564" y="1984870"/>
            <a:ext cx="27232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Education</a:t>
            </a:r>
            <a:endParaRPr/>
          </a:p>
        </p:txBody>
      </p:sp>
      <p:grpSp>
        <p:nvGrpSpPr>
          <p:cNvPr id="282" name="Google Shape;282;p10"/>
          <p:cNvGrpSpPr/>
          <p:nvPr/>
        </p:nvGrpSpPr>
        <p:grpSpPr>
          <a:xfrm>
            <a:off x="1699564" y="7144813"/>
            <a:ext cx="8077772" cy="1746249"/>
            <a:chOff x="3405" y="-35330"/>
            <a:chExt cx="10770364" cy="2328333"/>
          </a:xfrm>
        </p:grpSpPr>
        <p:grpSp>
          <p:nvGrpSpPr>
            <p:cNvPr id="283" name="Google Shape;283;p10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6" name="Google Shape;286;p10"/>
            <p:cNvSpPr txBox="1"/>
            <p:nvPr/>
          </p:nvSpPr>
          <p:spPr>
            <a:xfrm>
              <a:off x="118822" y="248302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  <p:sp>
          <p:nvSpPr>
            <p:cNvPr id="287" name="Google Shape;287;p10"/>
            <p:cNvSpPr txBox="1"/>
            <p:nvPr/>
          </p:nvSpPr>
          <p:spPr>
            <a:xfrm>
              <a:off x="1964739" y="-35330"/>
              <a:ext cx="8809030" cy="2328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Report class size, rank, and all subjects you took in your last academic year</a:t>
              </a:r>
              <a:endParaRPr/>
            </a:p>
            <a:p>
              <a:pPr indent="-269875" lvl="1" marL="53975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Char char="•"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scheduling system - trimester</a:t>
              </a:r>
              <a:endParaRPr/>
            </a:p>
            <a:p>
              <a:pPr indent="-269875" lvl="1" marL="539753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Char char="•"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course level - regular/standard</a:t>
              </a:r>
              <a:endParaRPr/>
            </a:p>
          </p:txBody>
        </p:sp>
      </p:grp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11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295" name="Google Shape;295;p11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7" name="Google Shape;29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1"/>
          <p:cNvGrpSpPr/>
          <p:nvPr/>
        </p:nvGrpSpPr>
        <p:grpSpPr>
          <a:xfrm>
            <a:off x="1675153" y="4044112"/>
            <a:ext cx="8077772" cy="1144842"/>
            <a:chOff x="3405" y="0"/>
            <a:chExt cx="10770364" cy="1526456"/>
          </a:xfrm>
        </p:grpSpPr>
        <p:grpSp>
          <p:nvGrpSpPr>
            <p:cNvPr id="300" name="Google Shape;300;p11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301" name="Google Shape;301;p1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1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3" name="Google Shape;303;p11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  <p:sp>
          <p:nvSpPr>
            <p:cNvPr id="304" name="Google Shape;304;p11"/>
            <p:cNvSpPr txBox="1"/>
            <p:nvPr/>
          </p:nvSpPr>
          <p:spPr>
            <a:xfrm>
              <a:off x="1964739" y="145162"/>
              <a:ext cx="8809030" cy="115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Leave out Cumulative GPA, GPA Scale reporting, and GPA weighting.</a:t>
              </a:r>
              <a:endParaRPr/>
            </a:p>
          </p:txBody>
        </p:sp>
      </p:grpSp>
      <p:pic>
        <p:nvPicPr>
          <p:cNvPr id="305" name="Google Shape;3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30199" y="2299195"/>
            <a:ext cx="7286675" cy="56205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1"/>
          <p:cNvGrpSpPr/>
          <p:nvPr/>
        </p:nvGrpSpPr>
        <p:grpSpPr>
          <a:xfrm>
            <a:off x="1699564" y="5369929"/>
            <a:ext cx="8077772" cy="1144842"/>
            <a:chOff x="3405" y="0"/>
            <a:chExt cx="10770364" cy="1526456"/>
          </a:xfrm>
        </p:grpSpPr>
        <p:grpSp>
          <p:nvGrpSpPr>
            <p:cNvPr id="307" name="Google Shape;307;p11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308" name="Google Shape;308;p1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1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0" name="Google Shape;310;p11"/>
            <p:cNvSpPr txBox="1"/>
            <p:nvPr/>
          </p:nvSpPr>
          <p:spPr>
            <a:xfrm>
              <a:off x="118822" y="248302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  <p:sp>
          <p:nvSpPr>
            <p:cNvPr id="311" name="Google Shape;311;p11"/>
            <p:cNvSpPr txBox="1"/>
            <p:nvPr/>
          </p:nvSpPr>
          <p:spPr>
            <a:xfrm>
              <a:off x="1964739" y="438803"/>
              <a:ext cx="8809030" cy="575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Do not leave the Honors subsection blank</a:t>
              </a:r>
              <a:endParaRPr/>
            </a:p>
          </p:txBody>
        </p:sp>
      </p:grpSp>
      <p:sp>
        <p:nvSpPr>
          <p:cNvPr id="312" name="Google Shape;312;p11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grpSp>
        <p:nvGrpSpPr>
          <p:cNvPr id="314" name="Google Shape;314;p11"/>
          <p:cNvGrpSpPr/>
          <p:nvPr/>
        </p:nvGrpSpPr>
        <p:grpSpPr>
          <a:xfrm>
            <a:off x="1699564" y="2718295"/>
            <a:ext cx="6820472" cy="1144842"/>
            <a:chOff x="3405" y="0"/>
            <a:chExt cx="9093964" cy="1526456"/>
          </a:xfrm>
        </p:grpSpPr>
        <p:grpSp>
          <p:nvGrpSpPr>
            <p:cNvPr id="315" name="Google Shape;315;p11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316" name="Google Shape;316;p1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1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" name="Google Shape;318;p11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  <p:sp>
          <p:nvSpPr>
            <p:cNvPr id="319" name="Google Shape;319;p11"/>
            <p:cNvSpPr txBox="1"/>
            <p:nvPr/>
          </p:nvSpPr>
          <p:spPr>
            <a:xfrm>
              <a:off x="1964739" y="437262"/>
              <a:ext cx="7132630" cy="575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Rank weighting - unweighted</a:t>
              </a:r>
              <a:endParaRPr/>
            </a:p>
          </p:txBody>
        </p:sp>
      </p:grpSp>
      <p:sp>
        <p:nvSpPr>
          <p:cNvPr id="320" name="Google Shape;320;p11"/>
          <p:cNvSpPr txBox="1"/>
          <p:nvPr/>
        </p:nvSpPr>
        <p:spPr>
          <a:xfrm>
            <a:off x="3170564" y="1984870"/>
            <a:ext cx="27232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Education</a:t>
            </a:r>
            <a:endParaRPr/>
          </a:p>
        </p:txBody>
      </p:sp>
      <p:grpSp>
        <p:nvGrpSpPr>
          <p:cNvPr id="321" name="Google Shape;321;p11"/>
          <p:cNvGrpSpPr/>
          <p:nvPr/>
        </p:nvGrpSpPr>
        <p:grpSpPr>
          <a:xfrm>
            <a:off x="1675153" y="6764499"/>
            <a:ext cx="8077772" cy="1746249"/>
            <a:chOff x="3405" y="-35330"/>
            <a:chExt cx="10770364" cy="2328333"/>
          </a:xfrm>
        </p:grpSpPr>
        <p:grpSp>
          <p:nvGrpSpPr>
            <p:cNvPr id="322" name="Google Shape;322;p11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323" name="Google Shape;323;p1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1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11"/>
            <p:cNvSpPr txBox="1"/>
            <p:nvPr/>
          </p:nvSpPr>
          <p:spPr>
            <a:xfrm>
              <a:off x="118822" y="248302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/>
            </a:p>
          </p:txBody>
        </p:sp>
        <p:sp>
          <p:nvSpPr>
            <p:cNvPr id="326" name="Google Shape;326;p11"/>
            <p:cNvSpPr txBox="1"/>
            <p:nvPr/>
          </p:nvSpPr>
          <p:spPr>
            <a:xfrm>
              <a:off x="1964739" y="-35330"/>
              <a:ext cx="8809030" cy="2328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Community-based organizations - Equity Group Foundation. 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Fill in Beverly's or Eva's details under Counselor/Advisor/Mentor</a:t>
              </a: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12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334" name="Google Shape;334;p12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2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6" name="Google Shape;33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12"/>
          <p:cNvGrpSpPr/>
          <p:nvPr/>
        </p:nvGrpSpPr>
        <p:grpSpPr>
          <a:xfrm>
            <a:off x="1687358" y="6230765"/>
            <a:ext cx="8053361" cy="1308100"/>
            <a:chOff x="3405" y="-76200"/>
            <a:chExt cx="10737815" cy="1744133"/>
          </a:xfrm>
        </p:grpSpPr>
        <p:grpSp>
          <p:nvGrpSpPr>
            <p:cNvPr id="339" name="Google Shape;339;p12"/>
            <p:cNvGrpSpPr/>
            <p:nvPr/>
          </p:nvGrpSpPr>
          <p:grpSpPr>
            <a:xfrm>
              <a:off x="3405" y="70738"/>
              <a:ext cx="1519644" cy="1526456"/>
              <a:chOff x="1813" y="0"/>
              <a:chExt cx="809173" cy="812800"/>
            </a:xfrm>
          </p:grpSpPr>
          <p:sp>
            <p:nvSpPr>
              <p:cNvPr id="340" name="Google Shape;340;p1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2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2" name="Google Shape;342;p12"/>
            <p:cNvSpPr txBox="1"/>
            <p:nvPr/>
          </p:nvSpPr>
          <p:spPr>
            <a:xfrm>
              <a:off x="118822" y="31904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  <p:sp>
          <p:nvSpPr>
            <p:cNvPr id="343" name="Google Shape;343;p12"/>
            <p:cNvSpPr txBox="1"/>
            <p:nvPr/>
          </p:nvSpPr>
          <p:spPr>
            <a:xfrm>
              <a:off x="1932190" y="-76200"/>
              <a:ext cx="88090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Is promotion based on standard leaving exams given by a national examination board? - Yes</a:t>
              </a:r>
              <a:endParaRPr/>
            </a:p>
          </p:txBody>
        </p:sp>
      </p:grpSp>
      <p:grpSp>
        <p:nvGrpSpPr>
          <p:cNvPr id="344" name="Google Shape;344;p12"/>
          <p:cNvGrpSpPr/>
          <p:nvPr/>
        </p:nvGrpSpPr>
        <p:grpSpPr>
          <a:xfrm>
            <a:off x="1687358" y="3151682"/>
            <a:ext cx="6820472" cy="2512346"/>
            <a:chOff x="3405" y="0"/>
            <a:chExt cx="9093964" cy="3349795"/>
          </a:xfrm>
        </p:grpSpPr>
        <p:grpSp>
          <p:nvGrpSpPr>
            <p:cNvPr id="345" name="Google Shape;345;p12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346" name="Google Shape;346;p1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2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8" name="Google Shape;348;p12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  <p:sp>
          <p:nvSpPr>
            <p:cNvPr id="349" name="Google Shape;349;p12"/>
            <p:cNvSpPr txBox="1"/>
            <p:nvPr/>
          </p:nvSpPr>
          <p:spPr>
            <a:xfrm>
              <a:off x="1964739" y="437262"/>
              <a:ext cx="7132630" cy="2912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Select "Yes" if planning to take or have taken SATs/ACTs/Duolingo/ IELTS/TOEFLS etc. A section will appear where you can self-report your scores</a:t>
              </a:r>
              <a:endParaRPr/>
            </a:p>
          </p:txBody>
        </p:sp>
      </p:grpSp>
      <p:pic>
        <p:nvPicPr>
          <p:cNvPr id="350" name="Google Shape;35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59954" y="2104315"/>
            <a:ext cx="7493192" cy="653122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2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352" name="Google Shape;352;p12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3170564" y="1984870"/>
            <a:ext cx="27232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Testing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13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361" name="Google Shape;361;p13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3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3" name="Google Shape;36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5356486" y="9280805"/>
            <a:ext cx="2931514" cy="1465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13"/>
          <p:cNvGrpSpPr/>
          <p:nvPr/>
        </p:nvGrpSpPr>
        <p:grpSpPr>
          <a:xfrm>
            <a:off x="1687358" y="3151682"/>
            <a:ext cx="6820472" cy="1144842"/>
            <a:chOff x="3405" y="0"/>
            <a:chExt cx="9093964" cy="1526456"/>
          </a:xfrm>
        </p:grpSpPr>
        <p:grpSp>
          <p:nvGrpSpPr>
            <p:cNvPr id="366" name="Google Shape;366;p13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367" name="Google Shape;367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3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9" name="Google Shape;369;p13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1964739" y="437262"/>
              <a:ext cx="7132630" cy="575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Do not leave this section blank</a:t>
              </a:r>
              <a:endParaRPr/>
            </a:p>
          </p:txBody>
        </p:sp>
      </p:grpSp>
      <p:pic>
        <p:nvPicPr>
          <p:cNvPr id="371" name="Google Shape;37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18176" y="1863445"/>
            <a:ext cx="7414847" cy="656011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sp>
        <p:nvSpPr>
          <p:cNvPr id="374" name="Google Shape;374;p13"/>
          <p:cNvSpPr txBox="1"/>
          <p:nvPr/>
        </p:nvSpPr>
        <p:spPr>
          <a:xfrm>
            <a:off x="3170564" y="1984870"/>
            <a:ext cx="27232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Activities</a:t>
            </a:r>
            <a:endParaRPr/>
          </a:p>
        </p:txBody>
      </p:sp>
      <p:grpSp>
        <p:nvGrpSpPr>
          <p:cNvPr id="375" name="Google Shape;375;p13"/>
          <p:cNvGrpSpPr/>
          <p:nvPr/>
        </p:nvGrpSpPr>
        <p:grpSpPr>
          <a:xfrm>
            <a:off x="1687358" y="4239374"/>
            <a:ext cx="6820472" cy="1746250"/>
            <a:chOff x="3405" y="-76200"/>
            <a:chExt cx="9093964" cy="2328333"/>
          </a:xfrm>
        </p:grpSpPr>
        <p:grpSp>
          <p:nvGrpSpPr>
            <p:cNvPr id="376" name="Google Shape;376;p13"/>
            <p:cNvGrpSpPr/>
            <p:nvPr/>
          </p:nvGrpSpPr>
          <p:grpSpPr>
            <a:xfrm>
              <a:off x="3405" y="70738"/>
              <a:ext cx="1519644" cy="1526456"/>
              <a:chOff x="1813" y="0"/>
              <a:chExt cx="809173" cy="812800"/>
            </a:xfrm>
          </p:grpSpPr>
          <p:sp>
            <p:nvSpPr>
              <p:cNvPr id="377" name="Google Shape;377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3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9" name="Google Shape;379;p13"/>
            <p:cNvSpPr txBox="1"/>
            <p:nvPr/>
          </p:nvSpPr>
          <p:spPr>
            <a:xfrm>
              <a:off x="118822" y="317499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  <p:sp>
          <p:nvSpPr>
            <p:cNvPr id="380" name="Google Shape;380;p13"/>
            <p:cNvSpPr txBox="1"/>
            <p:nvPr/>
          </p:nvSpPr>
          <p:spPr>
            <a:xfrm>
              <a:off x="1964739" y="-76200"/>
              <a:ext cx="7132630" cy="2328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List impactful activities you took part in during and after high school - clubs, leadership, volunteering</a:t>
              </a:r>
              <a:endParaRPr/>
            </a:p>
          </p:txBody>
        </p:sp>
      </p:grpSp>
      <p:grpSp>
        <p:nvGrpSpPr>
          <p:cNvPr id="381" name="Google Shape;381;p13"/>
          <p:cNvGrpSpPr/>
          <p:nvPr/>
        </p:nvGrpSpPr>
        <p:grpSpPr>
          <a:xfrm>
            <a:off x="1687358" y="5981528"/>
            <a:ext cx="6820472" cy="1144842"/>
            <a:chOff x="3405" y="0"/>
            <a:chExt cx="9093964" cy="1526456"/>
          </a:xfrm>
        </p:grpSpPr>
        <p:grpSp>
          <p:nvGrpSpPr>
            <p:cNvPr id="382" name="Google Shape;382;p13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383" name="Google Shape;383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3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5" name="Google Shape;385;p13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  <p:sp>
          <p:nvSpPr>
            <p:cNvPr id="386" name="Google Shape;386;p13"/>
            <p:cNvSpPr txBox="1"/>
            <p:nvPr/>
          </p:nvSpPr>
          <p:spPr>
            <a:xfrm>
              <a:off x="1964739" y="145162"/>
              <a:ext cx="7132630" cy="115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Give a short description of the activity - 150 characters max.</a:t>
              </a:r>
              <a:endParaRPr/>
            </a:p>
          </p:txBody>
        </p:sp>
      </p:grpSp>
      <p:grpSp>
        <p:nvGrpSpPr>
          <p:cNvPr id="387" name="Google Shape;387;p13"/>
          <p:cNvGrpSpPr/>
          <p:nvPr/>
        </p:nvGrpSpPr>
        <p:grpSpPr>
          <a:xfrm>
            <a:off x="1687358" y="7069220"/>
            <a:ext cx="6820472" cy="1746250"/>
            <a:chOff x="3405" y="-76200"/>
            <a:chExt cx="9093964" cy="2328333"/>
          </a:xfrm>
        </p:grpSpPr>
        <p:grpSp>
          <p:nvGrpSpPr>
            <p:cNvPr id="388" name="Google Shape;388;p13"/>
            <p:cNvGrpSpPr/>
            <p:nvPr/>
          </p:nvGrpSpPr>
          <p:grpSpPr>
            <a:xfrm>
              <a:off x="3405" y="362838"/>
              <a:ext cx="1519644" cy="1526456"/>
              <a:chOff x="1813" y="0"/>
              <a:chExt cx="809173" cy="812800"/>
            </a:xfrm>
          </p:grpSpPr>
          <p:sp>
            <p:nvSpPr>
              <p:cNvPr id="389" name="Google Shape;389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3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1" name="Google Shape;391;p13"/>
            <p:cNvSpPr txBox="1"/>
            <p:nvPr/>
          </p:nvSpPr>
          <p:spPr>
            <a:xfrm>
              <a:off x="118822" y="609599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/>
            </a:p>
          </p:txBody>
        </p:sp>
        <p:sp>
          <p:nvSpPr>
            <p:cNvPr id="392" name="Google Shape;392;p13"/>
            <p:cNvSpPr txBox="1"/>
            <p:nvPr/>
          </p:nvSpPr>
          <p:spPr>
            <a:xfrm>
              <a:off x="1964739" y="-76200"/>
              <a:ext cx="7132630" cy="2328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Approximate the number of hours per week and weeks per year you spent on each activity. Don't exaggerate</a:t>
              </a:r>
              <a:endParaRPr/>
            </a:p>
          </p:txBody>
        </p:sp>
      </p:grpSp>
      <p:grpSp>
        <p:nvGrpSpPr>
          <p:cNvPr id="393" name="Google Shape;393;p13"/>
          <p:cNvGrpSpPr/>
          <p:nvPr/>
        </p:nvGrpSpPr>
        <p:grpSpPr>
          <a:xfrm>
            <a:off x="9338157" y="8551889"/>
            <a:ext cx="6823026" cy="1457105"/>
            <a:chOff x="0" y="0"/>
            <a:chExt cx="9097369" cy="1942807"/>
          </a:xfrm>
        </p:grpSpPr>
        <p:pic>
          <p:nvPicPr>
            <p:cNvPr id="394" name="Google Shape;394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13"/>
            <p:cNvSpPr txBox="1"/>
            <p:nvPr/>
          </p:nvSpPr>
          <p:spPr>
            <a:xfrm>
              <a:off x="1964739" y="61237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EAC100"/>
                  </a:solidFill>
                  <a:latin typeface="Poppins"/>
                  <a:ea typeface="Poppins"/>
                  <a:cs typeface="Poppins"/>
                  <a:sym typeface="Poppins"/>
                </a:rPr>
                <a:t>Use action verbs &amp; descriptive phrases - championed, improved, raised x amount...</a:t>
              </a:r>
              <a:endParaRPr/>
            </a:p>
          </p:txBody>
        </p:sp>
      </p:grp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14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403" name="Google Shape;403;p14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4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5" name="Google Shape;4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14"/>
          <p:cNvGrpSpPr/>
          <p:nvPr/>
        </p:nvGrpSpPr>
        <p:grpSpPr>
          <a:xfrm>
            <a:off x="1687358" y="2332616"/>
            <a:ext cx="6820472" cy="1197896"/>
            <a:chOff x="3405" y="0"/>
            <a:chExt cx="9093964" cy="1597195"/>
          </a:xfrm>
        </p:grpSpPr>
        <p:grpSp>
          <p:nvGrpSpPr>
            <p:cNvPr id="408" name="Google Shape;408;p14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409" name="Google Shape;409;p1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4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1" name="Google Shape;411;p14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  <p:sp>
          <p:nvSpPr>
            <p:cNvPr id="412" name="Google Shape;412;p14"/>
            <p:cNvSpPr txBox="1"/>
            <p:nvPr/>
          </p:nvSpPr>
          <p:spPr>
            <a:xfrm>
              <a:off x="1964739" y="437262"/>
              <a:ext cx="7132630" cy="115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One of the most important parts of your application</a:t>
              </a:r>
              <a:endParaRPr/>
            </a:p>
          </p:txBody>
        </p:sp>
      </p:grpSp>
      <p:grpSp>
        <p:nvGrpSpPr>
          <p:cNvPr id="413" name="Google Shape;413;p14"/>
          <p:cNvGrpSpPr/>
          <p:nvPr/>
        </p:nvGrpSpPr>
        <p:grpSpPr>
          <a:xfrm>
            <a:off x="1687358" y="3654337"/>
            <a:ext cx="6820472" cy="1308100"/>
            <a:chOff x="3405" y="-76200"/>
            <a:chExt cx="9093964" cy="1744133"/>
          </a:xfrm>
        </p:grpSpPr>
        <p:grpSp>
          <p:nvGrpSpPr>
            <p:cNvPr id="414" name="Google Shape;414;p14"/>
            <p:cNvGrpSpPr/>
            <p:nvPr/>
          </p:nvGrpSpPr>
          <p:grpSpPr>
            <a:xfrm>
              <a:off x="3405" y="70738"/>
              <a:ext cx="1519644" cy="1526456"/>
              <a:chOff x="1813" y="0"/>
              <a:chExt cx="809173" cy="812800"/>
            </a:xfrm>
          </p:grpSpPr>
          <p:sp>
            <p:nvSpPr>
              <p:cNvPr id="415" name="Google Shape;415;p1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4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" name="Google Shape;417;p14"/>
            <p:cNvSpPr txBox="1"/>
            <p:nvPr/>
          </p:nvSpPr>
          <p:spPr>
            <a:xfrm>
              <a:off x="118822" y="317499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  <p:sp>
          <p:nvSpPr>
            <p:cNvPr id="418" name="Google Shape;418;p14"/>
            <p:cNvSpPr txBox="1"/>
            <p:nvPr/>
          </p:nvSpPr>
          <p:spPr>
            <a:xfrm>
              <a:off x="1964739" y="-76200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Choose one of the 7 prompts for your personal statement. 650 words max. </a:t>
              </a:r>
              <a:endParaRPr/>
            </a:p>
          </p:txBody>
        </p:sp>
      </p:grpSp>
      <p:grpSp>
        <p:nvGrpSpPr>
          <p:cNvPr id="419" name="Google Shape;419;p14"/>
          <p:cNvGrpSpPr/>
          <p:nvPr/>
        </p:nvGrpSpPr>
        <p:grpSpPr>
          <a:xfrm>
            <a:off x="1687358" y="5762536"/>
            <a:ext cx="1139733" cy="1144842"/>
            <a:chOff x="3405" y="0"/>
            <a:chExt cx="1519644" cy="1526456"/>
          </a:xfrm>
        </p:grpSpPr>
        <p:grpSp>
          <p:nvGrpSpPr>
            <p:cNvPr id="420" name="Google Shape;420;p14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421" name="Google Shape;421;p1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4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3" name="Google Shape;423;p14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</p:grpSp>
      <p:sp>
        <p:nvSpPr>
          <p:cNvPr id="424" name="Google Shape;424;p14"/>
          <p:cNvSpPr txBox="1"/>
          <p:nvPr/>
        </p:nvSpPr>
        <p:spPr>
          <a:xfrm>
            <a:off x="3158358" y="5195133"/>
            <a:ext cx="5349472" cy="220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the Additional Information section to share anything you feel the Admissions Committee may need to know/fill gaps in your application</a:t>
            </a:r>
            <a:endParaRPr/>
          </a:p>
        </p:txBody>
      </p:sp>
      <p:pic>
        <p:nvPicPr>
          <p:cNvPr id="425" name="Google Shape;42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46414" y="1194698"/>
            <a:ext cx="5143244" cy="778760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4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427" name="Google Shape;427;p14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sp>
        <p:nvSpPr>
          <p:cNvPr id="428" name="Google Shape;428;p14"/>
          <p:cNvSpPr txBox="1"/>
          <p:nvPr/>
        </p:nvSpPr>
        <p:spPr>
          <a:xfrm>
            <a:off x="3170564" y="1789691"/>
            <a:ext cx="27232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Writing</a:t>
            </a:r>
            <a:endParaRPr/>
          </a:p>
        </p:txBody>
      </p:sp>
      <p:grpSp>
        <p:nvGrpSpPr>
          <p:cNvPr id="429" name="Google Shape;429;p14"/>
          <p:cNvGrpSpPr/>
          <p:nvPr/>
        </p:nvGrpSpPr>
        <p:grpSpPr>
          <a:xfrm>
            <a:off x="1687358" y="7836732"/>
            <a:ext cx="1139733" cy="1144842"/>
            <a:chOff x="3405" y="0"/>
            <a:chExt cx="1519644" cy="1526456"/>
          </a:xfrm>
        </p:grpSpPr>
        <p:grpSp>
          <p:nvGrpSpPr>
            <p:cNvPr id="430" name="Google Shape;430;p14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431" name="Google Shape;431;p1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4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3" name="Google Shape;433;p14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/>
            </a:p>
          </p:txBody>
        </p:sp>
      </p:grpSp>
      <p:sp>
        <p:nvSpPr>
          <p:cNvPr id="434" name="Google Shape;434;p14"/>
          <p:cNvSpPr txBox="1"/>
          <p:nvPr/>
        </p:nvSpPr>
        <p:spPr>
          <a:xfrm>
            <a:off x="3158358" y="7488404"/>
            <a:ext cx="5349472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the Community Disruptions essay to explain any effects that disasters e.g. drought/floods or COVID-19 has had on you.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15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442" name="Google Shape;442;p15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5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4" name="Google Shape;44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15"/>
          <p:cNvGrpSpPr/>
          <p:nvPr/>
        </p:nvGrpSpPr>
        <p:grpSpPr>
          <a:xfrm>
            <a:off x="1687358" y="2332616"/>
            <a:ext cx="6820472" cy="1197896"/>
            <a:chOff x="3405" y="0"/>
            <a:chExt cx="9093964" cy="1597195"/>
          </a:xfrm>
        </p:grpSpPr>
        <p:grpSp>
          <p:nvGrpSpPr>
            <p:cNvPr id="447" name="Google Shape;447;p15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448" name="Google Shape;448;p1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5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0" name="Google Shape;450;p15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  <p:sp>
          <p:nvSpPr>
            <p:cNvPr id="451" name="Google Shape;451;p15"/>
            <p:cNvSpPr txBox="1"/>
            <p:nvPr/>
          </p:nvSpPr>
          <p:spPr>
            <a:xfrm>
              <a:off x="1964739" y="437262"/>
              <a:ext cx="7132630" cy="115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Not all universities require this section</a:t>
              </a:r>
              <a:endParaRPr/>
            </a:p>
          </p:txBody>
        </p:sp>
      </p:grpSp>
      <p:grpSp>
        <p:nvGrpSpPr>
          <p:cNvPr id="452" name="Google Shape;452;p15"/>
          <p:cNvGrpSpPr/>
          <p:nvPr/>
        </p:nvGrpSpPr>
        <p:grpSpPr>
          <a:xfrm>
            <a:off x="1687358" y="3654337"/>
            <a:ext cx="6820472" cy="1255045"/>
            <a:chOff x="3405" y="-76200"/>
            <a:chExt cx="9093964" cy="1673394"/>
          </a:xfrm>
        </p:grpSpPr>
        <p:grpSp>
          <p:nvGrpSpPr>
            <p:cNvPr id="453" name="Google Shape;453;p15"/>
            <p:cNvGrpSpPr/>
            <p:nvPr/>
          </p:nvGrpSpPr>
          <p:grpSpPr>
            <a:xfrm>
              <a:off x="3405" y="70738"/>
              <a:ext cx="1519644" cy="1526456"/>
              <a:chOff x="1813" y="0"/>
              <a:chExt cx="809173" cy="812800"/>
            </a:xfrm>
          </p:grpSpPr>
          <p:sp>
            <p:nvSpPr>
              <p:cNvPr id="454" name="Google Shape;454;p1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5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6" name="Google Shape;456;p15"/>
            <p:cNvSpPr txBox="1"/>
            <p:nvPr/>
          </p:nvSpPr>
          <p:spPr>
            <a:xfrm>
              <a:off x="118822" y="317499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  <p:sp>
          <p:nvSpPr>
            <p:cNvPr id="457" name="Google Shape;457;p15"/>
            <p:cNvSpPr txBox="1"/>
            <p:nvPr/>
          </p:nvSpPr>
          <p:spPr>
            <a:xfrm>
              <a:off x="1964739" y="-76200"/>
              <a:ext cx="7132630" cy="115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If required, fill out all courses you took since 9th grade/form 1.</a:t>
              </a:r>
              <a:endParaRPr/>
            </a:p>
          </p:txBody>
        </p:sp>
      </p:grpSp>
      <p:grpSp>
        <p:nvGrpSpPr>
          <p:cNvPr id="458" name="Google Shape;458;p15"/>
          <p:cNvGrpSpPr/>
          <p:nvPr/>
        </p:nvGrpSpPr>
        <p:grpSpPr>
          <a:xfrm>
            <a:off x="1687358" y="5762536"/>
            <a:ext cx="1139733" cy="1144842"/>
            <a:chOff x="3405" y="0"/>
            <a:chExt cx="1519644" cy="1526456"/>
          </a:xfrm>
        </p:grpSpPr>
        <p:grpSp>
          <p:nvGrpSpPr>
            <p:cNvPr id="459" name="Google Shape;459;p15"/>
            <p:cNvGrpSpPr/>
            <p:nvPr/>
          </p:nvGrpSpPr>
          <p:grpSpPr>
            <a:xfrm>
              <a:off x="3405" y="0"/>
              <a:ext cx="1519644" cy="1526456"/>
              <a:chOff x="1813" y="0"/>
              <a:chExt cx="809173" cy="812800"/>
            </a:xfrm>
          </p:grpSpPr>
          <p:sp>
            <p:nvSpPr>
              <p:cNvPr id="460" name="Google Shape;460;p1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AC1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5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2" name="Google Shape;462;p15"/>
            <p:cNvSpPr txBox="1"/>
            <p:nvPr/>
          </p:nvSpPr>
          <p:spPr>
            <a:xfrm>
              <a:off x="118822" y="246761"/>
              <a:ext cx="1288813" cy="91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</p:grpSp>
      <p:pic>
        <p:nvPicPr>
          <p:cNvPr id="463" name="Google Shape;46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30199" y="1797948"/>
            <a:ext cx="7354442" cy="656646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5"/>
          <p:cNvSpPr txBox="1"/>
          <p:nvPr/>
        </p:nvSpPr>
        <p:spPr>
          <a:xfrm>
            <a:off x="3158358" y="5195133"/>
            <a:ext cx="5349472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Only provide grades that are in your transcript e.g if transcript does not have termly grades, only fill final grades</a:t>
            </a:r>
            <a:endParaRPr/>
          </a:p>
        </p:txBody>
      </p:sp>
      <p:sp>
        <p:nvSpPr>
          <p:cNvPr id="465" name="Google Shape;465;p15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466" name="Google Shape;466;p15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sp>
        <p:nvSpPr>
          <p:cNvPr id="467" name="Google Shape;467;p15"/>
          <p:cNvSpPr txBox="1"/>
          <p:nvPr/>
        </p:nvSpPr>
        <p:spPr>
          <a:xfrm>
            <a:off x="3170564" y="1789691"/>
            <a:ext cx="36757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Courses &amp; Grades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4" name="Google Shape;474;p16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475" name="Google Shape;475;p16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7" name="Google Shape;4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46414" y="1194698"/>
            <a:ext cx="5143244" cy="7787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31618" y="1590072"/>
            <a:ext cx="3020066" cy="2723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16"/>
          <p:cNvGrpSpPr/>
          <p:nvPr/>
        </p:nvGrpSpPr>
        <p:grpSpPr>
          <a:xfrm>
            <a:off x="2004707" y="3336121"/>
            <a:ext cx="6823026" cy="1457105"/>
            <a:chOff x="0" y="0"/>
            <a:chExt cx="9097369" cy="1942807"/>
          </a:xfrm>
        </p:grpSpPr>
        <p:pic>
          <p:nvPicPr>
            <p:cNvPr id="482" name="Google Shape;482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16"/>
            <p:cNvSpPr txBox="1"/>
            <p:nvPr/>
          </p:nvSpPr>
          <p:spPr>
            <a:xfrm>
              <a:off x="1964739" y="61237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Use an external word processor such as MS Word or Google Docs to write your essays.</a:t>
              </a:r>
              <a:endParaRPr/>
            </a:p>
          </p:txBody>
        </p:sp>
      </p:grpSp>
      <p:sp>
        <p:nvSpPr>
          <p:cNvPr id="484" name="Google Shape;484;p16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APP</a:t>
            </a:r>
            <a:endParaRPr/>
          </a:p>
        </p:txBody>
      </p:sp>
      <p:grpSp>
        <p:nvGrpSpPr>
          <p:cNvPr id="486" name="Google Shape;486;p16"/>
          <p:cNvGrpSpPr/>
          <p:nvPr/>
        </p:nvGrpSpPr>
        <p:grpSpPr>
          <a:xfrm>
            <a:off x="2004707" y="5088501"/>
            <a:ext cx="6823026" cy="1457105"/>
            <a:chOff x="0" y="0"/>
            <a:chExt cx="9097369" cy="1942807"/>
          </a:xfrm>
        </p:grpSpPr>
        <p:pic>
          <p:nvPicPr>
            <p:cNvPr id="487" name="Google Shape;487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16"/>
            <p:cNvSpPr txBox="1"/>
            <p:nvPr/>
          </p:nvSpPr>
          <p:spPr>
            <a:xfrm>
              <a:off x="1964739" y="61237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Install the Grammarly extension on your PC or Grammarly Keyboard on your phone.</a:t>
              </a:r>
              <a:endParaRPr/>
            </a:p>
          </p:txBody>
        </p:sp>
      </p:grpSp>
      <p:grpSp>
        <p:nvGrpSpPr>
          <p:cNvPr id="489" name="Google Shape;489;p16"/>
          <p:cNvGrpSpPr/>
          <p:nvPr/>
        </p:nvGrpSpPr>
        <p:grpSpPr>
          <a:xfrm>
            <a:off x="2004707" y="6840881"/>
            <a:ext cx="6823026" cy="1792177"/>
            <a:chOff x="0" y="0"/>
            <a:chExt cx="9097369" cy="2389570"/>
          </a:xfrm>
        </p:grpSpPr>
        <p:pic>
          <p:nvPicPr>
            <p:cNvPr id="490" name="Google Shape;490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16"/>
            <p:cNvSpPr txBox="1"/>
            <p:nvPr/>
          </p:nvSpPr>
          <p:spPr>
            <a:xfrm>
              <a:off x="1964739" y="61237"/>
              <a:ext cx="7132630" cy="2328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You can provide meanings of abbreviations you have used in your essays in the additional info section.</a:t>
              </a:r>
              <a:endParaRPr/>
            </a:p>
          </p:txBody>
        </p:sp>
      </p:grpSp>
      <p:pic>
        <p:nvPicPr>
          <p:cNvPr id="492" name="Google Shape;49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04707" y="1797948"/>
            <a:ext cx="1160385" cy="145710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6"/>
          <p:cNvSpPr txBox="1"/>
          <p:nvPr/>
        </p:nvSpPr>
        <p:spPr>
          <a:xfrm>
            <a:off x="3478261" y="2043900"/>
            <a:ext cx="5349472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Leave out your enrolment in Kenyan Universities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17"/>
          <p:cNvPicPr preferRelativeResize="0"/>
          <p:nvPr/>
        </p:nvPicPr>
        <p:blipFill rotWithShape="1">
          <a:blip r:embed="rId3">
            <a:alphaModFix/>
          </a:blip>
          <a:srcRect b="0" l="0" r="4214" t="4521"/>
          <a:stretch/>
        </p:blipFill>
        <p:spPr>
          <a:xfrm>
            <a:off x="0" y="137160"/>
            <a:ext cx="10034566" cy="11471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p17"/>
          <p:cNvGrpSpPr/>
          <p:nvPr/>
        </p:nvGrpSpPr>
        <p:grpSpPr>
          <a:xfrm>
            <a:off x="1028700" y="884039"/>
            <a:ext cx="9727215" cy="8374261"/>
            <a:chOff x="0" y="-38100"/>
            <a:chExt cx="2561900" cy="2205567"/>
          </a:xfrm>
        </p:grpSpPr>
        <p:sp>
          <p:nvSpPr>
            <p:cNvPr id="500" name="Google Shape;500;p17"/>
            <p:cNvSpPr/>
            <p:nvPr/>
          </p:nvSpPr>
          <p:spPr>
            <a:xfrm>
              <a:off x="0" y="0"/>
              <a:ext cx="2561900" cy="2167467"/>
            </a:xfrm>
            <a:custGeom>
              <a:rect b="b" l="l" r="r" t="t"/>
              <a:pathLst>
                <a:path extrusionOk="0" h="2167467" w="2561900">
                  <a:moveTo>
                    <a:pt x="0" y="0"/>
                  </a:moveTo>
                  <a:lnTo>
                    <a:pt x="2561900" y="0"/>
                  </a:lnTo>
                  <a:lnTo>
                    <a:pt x="256190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1E6C"/>
            </a:solidFill>
            <a:ln>
              <a:noFill/>
            </a:ln>
          </p:spPr>
        </p:sp>
        <p:sp>
          <p:nvSpPr>
            <p:cNvPr id="501" name="Google Shape;501;p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2" name="Google Shape;5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4778" y="1890214"/>
            <a:ext cx="7730203" cy="56924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3" name="Google Shape;503;p17"/>
          <p:cNvGrpSpPr/>
          <p:nvPr/>
        </p:nvGrpSpPr>
        <p:grpSpPr>
          <a:xfrm>
            <a:off x="15592859" y="9113639"/>
            <a:ext cx="3315918" cy="3230765"/>
            <a:chOff x="0" y="-38100"/>
            <a:chExt cx="873328" cy="850900"/>
          </a:xfrm>
        </p:grpSpPr>
        <p:sp>
          <p:nvSpPr>
            <p:cNvPr id="504" name="Google Shape;504;p17"/>
            <p:cNvSpPr/>
            <p:nvPr/>
          </p:nvSpPr>
          <p:spPr>
            <a:xfrm>
              <a:off x="0" y="0"/>
              <a:ext cx="873328" cy="270933"/>
            </a:xfrm>
            <a:custGeom>
              <a:rect b="b" l="l" r="r" t="t"/>
              <a:pathLst>
                <a:path extrusionOk="0" h="270933" w="873328">
                  <a:moveTo>
                    <a:pt x="0" y="0"/>
                  </a:moveTo>
                  <a:lnTo>
                    <a:pt x="873328" y="0"/>
                  </a:lnTo>
                  <a:lnTo>
                    <a:pt x="87332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089C6"/>
            </a:solidFill>
            <a:ln>
              <a:noFill/>
            </a:ln>
          </p:spPr>
        </p:sp>
        <p:sp>
          <p:nvSpPr>
            <p:cNvPr id="505" name="Google Shape;505;p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6" name="Google Shape;5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6830637">
            <a:off x="9035125" y="483810"/>
            <a:ext cx="3441579" cy="342906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7"/>
          <p:cNvSpPr txBox="1"/>
          <p:nvPr/>
        </p:nvSpPr>
        <p:spPr>
          <a:xfrm>
            <a:off x="1844523" y="3003202"/>
            <a:ext cx="7299477" cy="221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Adding Colleges to your List</a:t>
            </a:r>
            <a:endParaRPr/>
          </a:p>
        </p:txBody>
      </p:sp>
      <p:sp>
        <p:nvSpPr>
          <p:cNvPr id="508" name="Google Shape;508;p17"/>
          <p:cNvSpPr txBox="1"/>
          <p:nvPr/>
        </p:nvSpPr>
        <p:spPr>
          <a:xfrm>
            <a:off x="1844523" y="2141192"/>
            <a:ext cx="4370578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9">
                <a:solidFill>
                  <a:srgbClr val="FFAA4C"/>
                </a:solidFill>
                <a:latin typeface="Prompt"/>
                <a:ea typeface="Prompt"/>
                <a:cs typeface="Prompt"/>
                <a:sym typeface="Prompt"/>
              </a:rPr>
              <a:t>College Search</a:t>
            </a:r>
            <a:endParaRPr/>
          </a:p>
        </p:txBody>
      </p:sp>
      <p:sp>
        <p:nvSpPr>
          <p:cNvPr id="509" name="Google Shape;509;p17"/>
          <p:cNvSpPr txBox="1"/>
          <p:nvPr/>
        </p:nvSpPr>
        <p:spPr>
          <a:xfrm>
            <a:off x="1844523" y="5698142"/>
            <a:ext cx="7299477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Go to the "College Search" tab</a:t>
            </a:r>
            <a:endParaRPr/>
          </a:p>
          <a:p>
            <a:pPr indent="-215900" lvl="1" marL="43180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Enter the name of the college/university in the search bar.</a:t>
            </a:r>
            <a:endParaRPr/>
          </a:p>
          <a:p>
            <a:pPr indent="-215900" lvl="1" marL="43180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Click "+ Add" beside the name of your desired institution. </a:t>
            </a:r>
            <a:endParaRPr/>
          </a:p>
          <a:p>
            <a:pPr indent="-215900" lvl="1" marL="43180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Done! You can now access the added college in the dashboard or "My Colleges" tab.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5397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18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515" name="Google Shape;515;p18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6" name="Google Shape;516;p1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7" name="Google Shape;517;p18"/>
          <p:cNvPicPr preferRelativeResize="0"/>
          <p:nvPr/>
        </p:nvPicPr>
        <p:blipFill rotWithShape="1">
          <a:blip r:embed="rId3">
            <a:alphaModFix/>
          </a:blip>
          <a:srcRect b="0" l="0" r="28420" t="0"/>
          <a:stretch/>
        </p:blipFill>
        <p:spPr>
          <a:xfrm>
            <a:off x="1792506" y="2052179"/>
            <a:ext cx="6281005" cy="628313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8"/>
          <p:cNvSpPr txBox="1"/>
          <p:nvPr/>
        </p:nvSpPr>
        <p:spPr>
          <a:xfrm>
            <a:off x="8875970" y="1799448"/>
            <a:ext cx="7299477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9">
                <a:solidFill>
                  <a:srgbClr val="FFAA4C"/>
                </a:solidFill>
                <a:latin typeface="Prompt"/>
                <a:ea typeface="Prompt"/>
                <a:cs typeface="Prompt"/>
                <a:sym typeface="Prompt"/>
              </a:rPr>
              <a:t>My Colleges Tab</a:t>
            </a:r>
            <a:endParaRPr/>
          </a:p>
        </p:txBody>
      </p:sp>
      <p:sp>
        <p:nvSpPr>
          <p:cNvPr id="519" name="Google Shape;519;p18"/>
          <p:cNvSpPr txBox="1"/>
          <p:nvPr/>
        </p:nvSpPr>
        <p:spPr>
          <a:xfrm>
            <a:off x="8875970" y="2551924"/>
            <a:ext cx="7299477" cy="14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E6C"/>
                </a:solidFill>
                <a:latin typeface="Prompt Light"/>
                <a:ea typeface="Prompt Light"/>
                <a:cs typeface="Prompt Light"/>
                <a:sym typeface="Prompt Light"/>
              </a:rPr>
              <a:t>Here, you will find more info specific to each university under the "College Information" subsection. These include decision plans and their deadlines, contact info, testing policies, etc.</a:t>
            </a:r>
            <a:endParaRPr/>
          </a:p>
        </p:txBody>
      </p:sp>
      <p:sp>
        <p:nvSpPr>
          <p:cNvPr id="520" name="Google Shape;520;p18"/>
          <p:cNvSpPr txBox="1"/>
          <p:nvPr/>
        </p:nvSpPr>
        <p:spPr>
          <a:xfrm>
            <a:off x="8875970" y="4609324"/>
            <a:ext cx="729947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E6C"/>
                </a:solidFill>
                <a:latin typeface="Prompt Light"/>
                <a:ea typeface="Prompt Light"/>
                <a:cs typeface="Prompt Light"/>
                <a:sym typeface="Prompt Light"/>
              </a:rPr>
              <a:t>Here, you will answer questions specific to each school e.g Supplementary essays</a:t>
            </a:r>
            <a:endParaRPr/>
          </a:p>
        </p:txBody>
      </p:sp>
      <p:sp>
        <p:nvSpPr>
          <p:cNvPr id="521" name="Google Shape;521;p18"/>
          <p:cNvSpPr txBox="1"/>
          <p:nvPr/>
        </p:nvSpPr>
        <p:spPr>
          <a:xfrm>
            <a:off x="8875970" y="4064494"/>
            <a:ext cx="7299477" cy="38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99">
                <a:solidFill>
                  <a:srgbClr val="FFAA4C"/>
                </a:solidFill>
                <a:latin typeface="Prompt"/>
                <a:ea typeface="Prompt"/>
                <a:cs typeface="Prompt"/>
                <a:sym typeface="Prompt"/>
              </a:rPr>
              <a:t>Application</a:t>
            </a:r>
            <a:endParaRPr/>
          </a:p>
        </p:txBody>
      </p:sp>
      <p:sp>
        <p:nvSpPr>
          <p:cNvPr id="522" name="Google Shape;522;p18"/>
          <p:cNvSpPr txBox="1"/>
          <p:nvPr/>
        </p:nvSpPr>
        <p:spPr>
          <a:xfrm>
            <a:off x="8875970" y="5361690"/>
            <a:ext cx="729947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E6C"/>
                </a:solidFill>
                <a:latin typeface="Prompt Light"/>
                <a:ea typeface="Prompt Light"/>
                <a:cs typeface="Prompt Light"/>
                <a:sym typeface="Prompt Light"/>
              </a:rPr>
              <a:t>Some schools will have the option to upload a resume here</a:t>
            </a:r>
            <a:endParaRPr/>
          </a:p>
        </p:txBody>
      </p:sp>
      <p:sp>
        <p:nvSpPr>
          <p:cNvPr id="523" name="Google Shape;523;p18"/>
          <p:cNvSpPr txBox="1"/>
          <p:nvPr/>
        </p:nvSpPr>
        <p:spPr>
          <a:xfrm>
            <a:off x="8875970" y="6110990"/>
            <a:ext cx="729947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E6C"/>
                </a:solidFill>
                <a:latin typeface="Prompt Light"/>
                <a:ea typeface="Prompt Light"/>
                <a:cs typeface="Prompt Light"/>
                <a:sym typeface="Prompt Light"/>
              </a:rPr>
              <a:t>Some schools will have the option to upload a resume here</a:t>
            </a:r>
            <a:endParaRPr/>
          </a:p>
        </p:txBody>
      </p:sp>
      <p:sp>
        <p:nvSpPr>
          <p:cNvPr id="524" name="Google Shape;524;p18"/>
          <p:cNvSpPr txBox="1"/>
          <p:nvPr/>
        </p:nvSpPr>
        <p:spPr>
          <a:xfrm>
            <a:off x="8875970" y="6860290"/>
            <a:ext cx="729947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AA4C"/>
                </a:solidFill>
                <a:latin typeface="Prompt"/>
                <a:ea typeface="Prompt"/>
                <a:cs typeface="Prompt"/>
                <a:sym typeface="Prompt"/>
              </a:rPr>
              <a:t>Writing Supplement</a:t>
            </a:r>
            <a:endParaRPr/>
          </a:p>
        </p:txBody>
      </p:sp>
      <p:sp>
        <p:nvSpPr>
          <p:cNvPr id="525" name="Google Shape;525;p18"/>
          <p:cNvSpPr txBox="1"/>
          <p:nvPr/>
        </p:nvSpPr>
        <p:spPr>
          <a:xfrm>
            <a:off x="8875970" y="7354320"/>
            <a:ext cx="729947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E6C"/>
                </a:solidFill>
                <a:latin typeface="Prompt Light"/>
                <a:ea typeface="Prompt Light"/>
                <a:cs typeface="Prompt Light"/>
                <a:sym typeface="Prompt Light"/>
              </a:rPr>
              <a:t>Supplementary essays will most often be under this section.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5397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19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531" name="Google Shape;531;p19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2" name="Google Shape;532;p1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3" name="Google Shape;533;p19"/>
          <p:cNvPicPr preferRelativeResize="0"/>
          <p:nvPr/>
        </p:nvPicPr>
        <p:blipFill rotWithShape="1">
          <a:blip r:embed="rId3">
            <a:alphaModFix/>
          </a:blip>
          <a:srcRect b="0" l="0" r="0" t="916"/>
          <a:stretch/>
        </p:blipFill>
        <p:spPr>
          <a:xfrm>
            <a:off x="10668018" y="4326749"/>
            <a:ext cx="3715380" cy="47196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19"/>
          <p:cNvGrpSpPr/>
          <p:nvPr/>
        </p:nvGrpSpPr>
        <p:grpSpPr>
          <a:xfrm>
            <a:off x="1503937" y="7169375"/>
            <a:ext cx="6823026" cy="1457105"/>
            <a:chOff x="0" y="0"/>
            <a:chExt cx="9097369" cy="1942807"/>
          </a:xfrm>
        </p:grpSpPr>
        <p:pic>
          <p:nvPicPr>
            <p:cNvPr id="535" name="Google Shape;53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19"/>
            <p:cNvSpPr txBox="1"/>
            <p:nvPr/>
          </p:nvSpPr>
          <p:spPr>
            <a:xfrm>
              <a:off x="1964739" y="61237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DFB007"/>
                  </a:solidFill>
                  <a:latin typeface="Poppins"/>
                  <a:ea typeface="Poppins"/>
                  <a:cs typeface="Poppins"/>
                  <a:sym typeface="Poppins"/>
                </a:rPr>
                <a:t>Add your mentor as an advisor.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DFB007"/>
                  </a:solidFill>
                  <a:latin typeface="Poppins"/>
                  <a:ea typeface="Poppins"/>
                  <a:cs typeface="Poppins"/>
                  <a:sym typeface="Poppins"/>
                </a:rPr>
                <a:t>Advisors can view your application</a:t>
              </a:r>
              <a:endParaRPr/>
            </a:p>
          </p:txBody>
        </p:sp>
      </p:grpSp>
      <p:pic>
        <p:nvPicPr>
          <p:cNvPr id="537" name="Google Shape;53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4148" y="1749480"/>
            <a:ext cx="6572816" cy="408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-2700000">
            <a:off x="7094644" y="4629165"/>
            <a:ext cx="2177103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9"/>
          <p:cNvSpPr txBox="1"/>
          <p:nvPr/>
        </p:nvSpPr>
        <p:spPr>
          <a:xfrm>
            <a:off x="8875970" y="2551924"/>
            <a:ext cx="729947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E6C"/>
                </a:solidFill>
                <a:latin typeface="Prompt Light"/>
                <a:ea typeface="Prompt Light"/>
                <a:cs typeface="Prompt Light"/>
                <a:sym typeface="Prompt Light"/>
              </a:rPr>
              <a:t>This section lets you invite recommenders, appoint a counsellor, and invite parents to sign ED contracts.</a:t>
            </a:r>
            <a:endParaRPr/>
          </a:p>
        </p:txBody>
      </p:sp>
      <p:sp>
        <p:nvSpPr>
          <p:cNvPr id="540" name="Google Shape;540;p19"/>
          <p:cNvSpPr txBox="1"/>
          <p:nvPr/>
        </p:nvSpPr>
        <p:spPr>
          <a:xfrm>
            <a:off x="8875970" y="2004554"/>
            <a:ext cx="7299477" cy="38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99">
                <a:solidFill>
                  <a:srgbClr val="FFAA4C"/>
                </a:solidFill>
                <a:latin typeface="Prompt"/>
                <a:ea typeface="Prompt"/>
                <a:cs typeface="Prompt"/>
                <a:sym typeface="Prompt"/>
              </a:rPr>
              <a:t>Recommenders and FERPA</a:t>
            </a:r>
            <a:endParaRPr/>
          </a:p>
        </p:txBody>
      </p:sp>
      <p:sp>
        <p:nvSpPr>
          <p:cNvPr id="541" name="Google Shape;541;p19"/>
          <p:cNvSpPr txBox="1"/>
          <p:nvPr/>
        </p:nvSpPr>
        <p:spPr>
          <a:xfrm>
            <a:off x="8875970" y="3415524"/>
            <a:ext cx="729947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E6C"/>
                </a:solidFill>
                <a:latin typeface="Prompt Light"/>
                <a:ea typeface="Prompt Light"/>
                <a:cs typeface="Prompt Light"/>
                <a:sym typeface="Prompt Light"/>
              </a:rPr>
              <a:t>Waive your right to view your recommendations by coompleting the FERPA release authorisation form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16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1510" y="8982305"/>
            <a:ext cx="551991" cy="551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816" y="127879"/>
            <a:ext cx="11170023" cy="883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8" name="Google Shape;548;p20"/>
          <p:cNvGrpSpPr/>
          <p:nvPr/>
        </p:nvGrpSpPr>
        <p:grpSpPr>
          <a:xfrm>
            <a:off x="1028700" y="471086"/>
            <a:ext cx="9368124" cy="9055507"/>
            <a:chOff x="0" y="-76200"/>
            <a:chExt cx="2467325" cy="2384989"/>
          </a:xfrm>
        </p:grpSpPr>
        <p:sp>
          <p:nvSpPr>
            <p:cNvPr id="549" name="Google Shape;549;p20"/>
            <p:cNvSpPr/>
            <p:nvPr/>
          </p:nvSpPr>
          <p:spPr>
            <a:xfrm>
              <a:off x="0" y="0"/>
              <a:ext cx="2467325" cy="2308789"/>
            </a:xfrm>
            <a:custGeom>
              <a:rect b="b" l="l" r="r" t="t"/>
              <a:pathLst>
                <a:path extrusionOk="0" h="2308789" w="2467325">
                  <a:moveTo>
                    <a:pt x="16528" y="0"/>
                  </a:moveTo>
                  <a:lnTo>
                    <a:pt x="2450797" y="0"/>
                  </a:lnTo>
                  <a:cubicBezTo>
                    <a:pt x="2459925" y="0"/>
                    <a:pt x="2467325" y="7400"/>
                    <a:pt x="2467325" y="16528"/>
                  </a:cubicBezTo>
                  <a:lnTo>
                    <a:pt x="2467325" y="2292261"/>
                  </a:lnTo>
                  <a:cubicBezTo>
                    <a:pt x="2467325" y="2296645"/>
                    <a:pt x="2465583" y="2300849"/>
                    <a:pt x="2462484" y="2303948"/>
                  </a:cubicBezTo>
                  <a:cubicBezTo>
                    <a:pt x="2459384" y="2307048"/>
                    <a:pt x="2455180" y="2308789"/>
                    <a:pt x="2450797" y="2308789"/>
                  </a:cubicBezTo>
                  <a:lnTo>
                    <a:pt x="16528" y="2308789"/>
                  </a:lnTo>
                  <a:cubicBezTo>
                    <a:pt x="12145" y="2308789"/>
                    <a:pt x="7941" y="2307048"/>
                    <a:pt x="4841" y="2303948"/>
                  </a:cubicBezTo>
                  <a:cubicBezTo>
                    <a:pt x="1741" y="2300849"/>
                    <a:pt x="0" y="2296645"/>
                    <a:pt x="0" y="2292261"/>
                  </a:cubicBezTo>
                  <a:lnTo>
                    <a:pt x="0" y="16528"/>
                  </a:lnTo>
                  <a:cubicBezTo>
                    <a:pt x="0" y="12145"/>
                    <a:pt x="1741" y="7941"/>
                    <a:pt x="4841" y="4841"/>
                  </a:cubicBezTo>
                  <a:cubicBezTo>
                    <a:pt x="7941" y="1741"/>
                    <a:pt x="12145" y="0"/>
                    <a:pt x="16528" y="0"/>
                  </a:cubicBezTo>
                  <a:close/>
                </a:path>
              </a:pathLst>
            </a:custGeom>
            <a:solidFill>
              <a:srgbClr val="0B84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0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1" name="Google Shape;55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3052278" y="-454873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052278" y="9276116"/>
            <a:ext cx="2931514" cy="1465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1618" y="1590072"/>
            <a:ext cx="3020066" cy="2723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4" name="Google Shape;554;p20"/>
          <p:cNvGrpSpPr/>
          <p:nvPr/>
        </p:nvGrpSpPr>
        <p:grpSpPr>
          <a:xfrm>
            <a:off x="2004707" y="4894647"/>
            <a:ext cx="6823026" cy="1457105"/>
            <a:chOff x="0" y="0"/>
            <a:chExt cx="9097369" cy="1942807"/>
          </a:xfrm>
        </p:grpSpPr>
        <p:pic>
          <p:nvPicPr>
            <p:cNvPr id="555" name="Google Shape;555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20"/>
            <p:cNvSpPr txBox="1"/>
            <p:nvPr/>
          </p:nvSpPr>
          <p:spPr>
            <a:xfrm>
              <a:off x="1964739" y="61237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Familial responsibilities and house chores are considered activities</a:t>
              </a:r>
              <a:endParaRPr/>
            </a:p>
          </p:txBody>
        </p:sp>
      </p:grpSp>
      <p:sp>
        <p:nvSpPr>
          <p:cNvPr id="557" name="Google Shape;557;p20"/>
          <p:cNvSpPr txBox="1"/>
          <p:nvPr/>
        </p:nvSpPr>
        <p:spPr>
          <a:xfrm>
            <a:off x="2004707" y="1080398"/>
            <a:ext cx="5345544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endParaRPr/>
          </a:p>
        </p:txBody>
      </p:sp>
      <p:sp>
        <p:nvSpPr>
          <p:cNvPr id="558" name="Google Shape;558;p20"/>
          <p:cNvSpPr txBox="1"/>
          <p:nvPr/>
        </p:nvSpPr>
        <p:spPr>
          <a:xfrm>
            <a:off x="3548003" y="1006736"/>
            <a:ext cx="4691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TIPS</a:t>
            </a:r>
            <a:endParaRPr/>
          </a:p>
        </p:txBody>
      </p:sp>
      <p:grpSp>
        <p:nvGrpSpPr>
          <p:cNvPr id="559" name="Google Shape;559;p20"/>
          <p:cNvGrpSpPr/>
          <p:nvPr/>
        </p:nvGrpSpPr>
        <p:grpSpPr>
          <a:xfrm>
            <a:off x="2004707" y="2617745"/>
            <a:ext cx="6823026" cy="1457105"/>
            <a:chOff x="0" y="0"/>
            <a:chExt cx="9097369" cy="1942807"/>
          </a:xfrm>
        </p:grpSpPr>
        <p:pic>
          <p:nvPicPr>
            <p:cNvPr id="560" name="Google Shape;560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p20"/>
            <p:cNvSpPr txBox="1"/>
            <p:nvPr/>
          </p:nvSpPr>
          <p:spPr>
            <a:xfrm>
              <a:off x="1964739" y="61237"/>
              <a:ext cx="7132630" cy="1744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Do not include petty punishments when asked about your disciplinary records</a:t>
              </a:r>
              <a:endParaRPr/>
            </a:p>
          </p:txBody>
        </p:sp>
      </p:grpSp>
      <p:grpSp>
        <p:nvGrpSpPr>
          <p:cNvPr id="562" name="Google Shape;562;p20"/>
          <p:cNvGrpSpPr/>
          <p:nvPr/>
        </p:nvGrpSpPr>
        <p:grpSpPr>
          <a:xfrm>
            <a:off x="2004707" y="6932777"/>
            <a:ext cx="6823026" cy="1792177"/>
            <a:chOff x="0" y="0"/>
            <a:chExt cx="9097369" cy="2389570"/>
          </a:xfrm>
        </p:grpSpPr>
        <p:pic>
          <p:nvPicPr>
            <p:cNvPr id="563" name="Google Shape;563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1547180" cy="1942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20"/>
            <p:cNvSpPr txBox="1"/>
            <p:nvPr/>
          </p:nvSpPr>
          <p:spPr>
            <a:xfrm>
              <a:off x="1964739" y="61237"/>
              <a:ext cx="7132630" cy="2328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You can use Equity Head Office's address as your address: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EAC100"/>
                  </a:solidFill>
                  <a:latin typeface="Poppins"/>
                  <a:ea typeface="Poppins"/>
                  <a:cs typeface="Poppins"/>
                  <a:sym typeface="Poppins"/>
                </a:rPr>
                <a:t>8 th Floor Equity Centre Upperhill, Nairobi 00200</a:t>
              </a:r>
              <a:r>
                <a:rPr b="1" lang="en-US" sz="2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668C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1"/>
          <p:cNvSpPr/>
          <p:nvPr/>
        </p:nvSpPr>
        <p:spPr>
          <a:xfrm>
            <a:off x="0" y="8319592"/>
            <a:ext cx="18288000" cy="2070278"/>
          </a:xfrm>
          <a:custGeom>
            <a:rect b="b" l="l" r="r" t="t"/>
            <a:pathLst>
              <a:path extrusionOk="0" h="755243" w="6671512">
                <a:moveTo>
                  <a:pt x="0" y="0"/>
                </a:moveTo>
                <a:lnTo>
                  <a:pt x="6671512" y="0"/>
                </a:lnTo>
                <a:lnTo>
                  <a:pt x="6671512" y="755243"/>
                </a:lnTo>
                <a:lnTo>
                  <a:pt x="0" y="755243"/>
                </a:lnTo>
                <a:close/>
              </a:path>
            </a:pathLst>
          </a:custGeom>
          <a:solidFill>
            <a:srgbClr val="FEF5DA"/>
          </a:solidFill>
          <a:ln>
            <a:noFill/>
          </a:ln>
        </p:spPr>
      </p:sp>
      <p:pic>
        <p:nvPicPr>
          <p:cNvPr id="570" name="Google Shape;5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3039854" y="4422082"/>
            <a:ext cx="3721557" cy="5864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88583" y="-1213546"/>
            <a:ext cx="4468185" cy="4484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81608" y="-2932071"/>
            <a:ext cx="4182088" cy="592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01892" y="1356880"/>
            <a:ext cx="3972217" cy="8669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18873" y="-2657426"/>
            <a:ext cx="2228702" cy="4696498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1"/>
          <p:cNvSpPr txBox="1"/>
          <p:nvPr/>
        </p:nvSpPr>
        <p:spPr>
          <a:xfrm>
            <a:off x="4859062" y="2822611"/>
            <a:ext cx="8569876" cy="3237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63">
                <a:solidFill>
                  <a:srgbClr val="FEF5DA"/>
                </a:solidFill>
                <a:latin typeface="Arial"/>
                <a:ea typeface="Arial"/>
                <a:cs typeface="Arial"/>
                <a:sym typeface="Arial"/>
              </a:rPr>
              <a:t>Questions, anyone?</a:t>
            </a:r>
            <a:endParaRPr/>
          </a:p>
        </p:txBody>
      </p:sp>
      <p:pic>
        <p:nvPicPr>
          <p:cNvPr id="576" name="Google Shape;57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>
            <a:off x="690453" y="2362449"/>
            <a:ext cx="3915583" cy="7663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353947" y="3382721"/>
            <a:ext cx="1751516" cy="6643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split orient="vert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ALLAN</dc:creator>
</cp:coreProperties>
</file>