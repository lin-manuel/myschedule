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DM Sans Medium"/>
      <p:regular r:id="rId24"/>
      <p:bold r:id="rId25"/>
      <p:italic r:id="rId26"/>
      <p:boldItalic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84">
          <p15:clr>
            <a:srgbClr val="A4A3A4"/>
          </p15:clr>
        </p15:guide>
        <p15:guide id="2" pos="3840">
          <p15:clr>
            <a:srgbClr val="A4A3A4"/>
          </p15:clr>
        </p15:guide>
      </p15:sldGuideLst>
    </p:ext>
    <p:ext uri="GoogleSlidesCustomDataVersion2">
      <go:slidesCustomData xmlns:go="http://customooxmlschemas.google.com/" r:id="rId30" roundtripDataSignature="AMtx7mhzpC7ondebX8137tQziKFOyHa5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D3181A-7272-44E4-84AF-F37F06D4CCC4}">
  <a:tblStyle styleId="{36D3181A-7272-44E4-84AF-F37F06D4CC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84"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DMSansMedium-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Medium-italic.fntdata"/><Relationship Id="rId25" Type="http://schemas.openxmlformats.org/officeDocument/2006/relationships/font" Target="fonts/DMSansMedium-bold.fntdata"/><Relationship Id="rId28" Type="http://schemas.openxmlformats.org/officeDocument/2006/relationships/font" Target="fonts/GillSans-regular.fntdata"/><Relationship Id="rId27" Type="http://schemas.openxmlformats.org/officeDocument/2006/relationships/font" Target="fonts/DMSans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GillSans-bold.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accent2"/>
        </a:solidFill>
      </p:bgPr>
    </p:bg>
    <p:spTree>
      <p:nvGrpSpPr>
        <p:cNvPr id="15" name="Shape 15"/>
        <p:cNvGrpSpPr/>
        <p:nvPr/>
      </p:nvGrpSpPr>
      <p:grpSpPr>
        <a:xfrm>
          <a:off x="0" y="0"/>
          <a:ext cx="0" cy="0"/>
          <a:chOff x="0" y="0"/>
          <a:chExt cx="0" cy="0"/>
        </a:xfrm>
      </p:grpSpPr>
      <p:sp>
        <p:nvSpPr>
          <p:cNvPr id="16" name="Google Shape;16;p19"/>
          <p:cNvSpPr/>
          <p:nvPr>
            <p:ph idx="2" type="pic"/>
          </p:nvPr>
        </p:nvSpPr>
        <p:spPr>
          <a:xfrm>
            <a:off x="1289143" y="440217"/>
            <a:ext cx="9613711" cy="2327086"/>
          </a:xfrm>
          <a:prstGeom prst="rect">
            <a:avLst/>
          </a:prstGeom>
          <a:noFill/>
          <a:ln cap="flat" cmpd="sng" w="15875">
            <a:solidFill>
              <a:schemeClr val="accent1"/>
            </a:solidFill>
            <a:prstDash val="solid"/>
            <a:round/>
            <a:headEnd len="sm" w="sm" type="none"/>
            <a:tailEnd len="sm" w="sm" type="none"/>
          </a:ln>
        </p:spPr>
      </p:sp>
      <p:sp>
        <p:nvSpPr>
          <p:cNvPr id="17" name="Google Shape;17;p19"/>
          <p:cNvSpPr txBox="1"/>
          <p:nvPr>
            <p:ph type="ctrTitle"/>
          </p:nvPr>
        </p:nvSpPr>
        <p:spPr>
          <a:xfrm>
            <a:off x="1143000" y="3236976"/>
            <a:ext cx="6867144" cy="238658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6600"/>
              <a:buFont typeface="Arial"/>
              <a:buNone/>
              <a:defRPr sz="6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9"/>
          <p:cNvSpPr txBox="1"/>
          <p:nvPr>
            <p:ph idx="1" type="subTitle"/>
          </p:nvPr>
        </p:nvSpPr>
        <p:spPr>
          <a:xfrm>
            <a:off x="6327648" y="5971032"/>
            <a:ext cx="3776472" cy="53035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accent1"/>
              </a:buClr>
              <a:buSzPts val="2000"/>
              <a:buNone/>
              <a:defRPr sz="2000">
                <a:solidFill>
                  <a:schemeClr val="accent1"/>
                </a:solidFill>
                <a:latin typeface="Gill Sans"/>
                <a:ea typeface="Gill Sans"/>
                <a:cs typeface="Gill Sans"/>
                <a:sym typeface="Gill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19" name="Google Shape;19;p19"/>
          <p:cNvCxnSpPr/>
          <p:nvPr/>
        </p:nvCxnSpPr>
        <p:spPr>
          <a:xfrm rot="10800000">
            <a:off x="398367"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20" name="Google Shape;20;p19"/>
          <p:cNvCxnSpPr/>
          <p:nvPr/>
        </p:nvCxnSpPr>
        <p:spPr>
          <a:xfrm rot="10800000">
            <a:off x="11793633"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21" name="Google Shape;21;p19"/>
          <p:cNvCxnSpPr/>
          <p:nvPr/>
        </p:nvCxnSpPr>
        <p:spPr>
          <a:xfrm>
            <a:off x="398366" y="3226467"/>
            <a:ext cx="11395267" cy="443"/>
          </a:xfrm>
          <a:prstGeom prst="straightConnector1">
            <a:avLst/>
          </a:prstGeom>
          <a:noFill/>
          <a:ln cap="flat" cmpd="sng" w="15875">
            <a:solidFill>
              <a:schemeClr val="accent1"/>
            </a:solidFill>
            <a:prstDash val="solid"/>
            <a:miter lim="800000"/>
            <a:headEnd len="sm" w="sm" type="none"/>
            <a:tailEnd len="sm" w="sm" type="none"/>
          </a:ln>
        </p:spPr>
      </p:cxnSp>
      <p:cxnSp>
        <p:nvCxnSpPr>
          <p:cNvPr id="22" name="Google Shape;22;p19"/>
          <p:cNvCxnSpPr/>
          <p:nvPr/>
        </p:nvCxnSpPr>
        <p:spPr>
          <a:xfrm>
            <a:off x="-11430" y="6165891"/>
            <a:ext cx="6339792" cy="0"/>
          </a:xfrm>
          <a:prstGeom prst="straightConnector1">
            <a:avLst/>
          </a:prstGeom>
          <a:noFill/>
          <a:ln cap="flat" cmpd="sng" w="15875">
            <a:solidFill>
              <a:schemeClr val="accent1"/>
            </a:solidFill>
            <a:prstDash val="solid"/>
            <a:miter lim="800000"/>
            <a:headEnd len="sm" w="sm" type="none"/>
            <a:tailEnd len="sm" w="sm" type="none"/>
          </a:ln>
        </p:spPr>
      </p:cxnSp>
      <p:cxnSp>
        <p:nvCxnSpPr>
          <p:cNvPr id="23" name="Google Shape;23;p19"/>
          <p:cNvCxnSpPr/>
          <p:nvPr/>
        </p:nvCxnSpPr>
        <p:spPr>
          <a:xfrm>
            <a:off x="10103564" y="6165891"/>
            <a:ext cx="2088436"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bg>
      <p:bgPr>
        <a:solidFill>
          <a:schemeClr val="accent3"/>
        </a:solidFill>
      </p:bgPr>
    </p:bg>
    <p:spTree>
      <p:nvGrpSpPr>
        <p:cNvPr id="24" name="Shape 24"/>
        <p:cNvGrpSpPr/>
        <p:nvPr/>
      </p:nvGrpSpPr>
      <p:grpSpPr>
        <a:xfrm>
          <a:off x="0" y="0"/>
          <a:ext cx="0" cy="0"/>
          <a:chOff x="0" y="0"/>
          <a:chExt cx="0" cy="0"/>
        </a:xfrm>
      </p:grpSpPr>
      <p:sp>
        <p:nvSpPr>
          <p:cNvPr id="25" name="Google Shape;25;p20"/>
          <p:cNvSpPr txBox="1"/>
          <p:nvPr>
            <p:ph type="title"/>
          </p:nvPr>
        </p:nvSpPr>
        <p:spPr>
          <a:xfrm>
            <a:off x="5495544" y="0"/>
            <a:ext cx="4370832" cy="219456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0"/>
          <p:cNvSpPr/>
          <p:nvPr>
            <p:ph idx="2" type="pic"/>
          </p:nvPr>
        </p:nvSpPr>
        <p:spPr>
          <a:xfrm>
            <a:off x="1" y="3810"/>
            <a:ext cx="4856184" cy="6850379"/>
          </a:xfrm>
          <a:prstGeom prst="rect">
            <a:avLst/>
          </a:prstGeom>
          <a:noFill/>
          <a:ln cap="flat" cmpd="sng" w="15875">
            <a:solidFill>
              <a:schemeClr val="dk1"/>
            </a:solidFill>
            <a:prstDash val="solid"/>
            <a:round/>
            <a:headEnd len="sm" w="sm" type="none"/>
            <a:tailEnd len="sm" w="sm" type="none"/>
          </a:ln>
        </p:spPr>
      </p:sp>
      <p:sp>
        <p:nvSpPr>
          <p:cNvPr id="27" name="Google Shape;27;p20"/>
          <p:cNvSpPr txBox="1"/>
          <p:nvPr>
            <p:ph idx="1" type="body"/>
          </p:nvPr>
        </p:nvSpPr>
        <p:spPr>
          <a:xfrm>
            <a:off x="4856185" y="2212849"/>
            <a:ext cx="7335814"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
  <p:cSld name="Title and Content with picture">
    <p:bg>
      <p:bgPr>
        <a:solidFill>
          <a:srgbClr val="625241"/>
        </a:solidFill>
      </p:bgPr>
    </p:bg>
    <p:spTree>
      <p:nvGrpSpPr>
        <p:cNvPr id="28" name="Shape 28"/>
        <p:cNvGrpSpPr/>
        <p:nvPr/>
      </p:nvGrpSpPr>
      <p:grpSpPr>
        <a:xfrm>
          <a:off x="0" y="0"/>
          <a:ext cx="0" cy="0"/>
          <a:chOff x="0" y="0"/>
          <a:chExt cx="0" cy="0"/>
        </a:xfrm>
      </p:grpSpPr>
      <p:sp>
        <p:nvSpPr>
          <p:cNvPr id="29" name="Google Shape;29;p21"/>
          <p:cNvSpPr/>
          <p:nvPr>
            <p:ph idx="2" type="pic"/>
          </p:nvPr>
        </p:nvSpPr>
        <p:spPr>
          <a:xfrm>
            <a:off x="1636301" y="928122"/>
            <a:ext cx="3251199" cy="5001754"/>
          </a:xfrm>
          <a:prstGeom prst="rect">
            <a:avLst/>
          </a:prstGeom>
          <a:noFill/>
          <a:ln cap="flat" cmpd="sng" w="15875">
            <a:solidFill>
              <a:schemeClr val="accent1"/>
            </a:solidFill>
            <a:prstDash val="solid"/>
            <a:round/>
            <a:headEnd len="sm" w="sm" type="none"/>
            <a:tailEnd len="sm" w="sm" type="none"/>
          </a:ln>
        </p:spPr>
      </p:sp>
      <p:sp>
        <p:nvSpPr>
          <p:cNvPr id="30" name="Google Shape;30;p21"/>
          <p:cNvSpPr txBox="1"/>
          <p:nvPr>
            <p:ph type="title"/>
          </p:nvPr>
        </p:nvSpPr>
        <p:spPr>
          <a:xfrm>
            <a:off x="6400800" y="1225296"/>
            <a:ext cx="4718304" cy="16459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0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1"/>
          <p:cNvSpPr txBox="1"/>
          <p:nvPr>
            <p:ph idx="1" type="body"/>
          </p:nvPr>
        </p:nvSpPr>
        <p:spPr>
          <a:xfrm>
            <a:off x="6400800" y="2898648"/>
            <a:ext cx="4370832" cy="202996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accent1"/>
              </a:buClr>
              <a:buSzPts val="1800"/>
              <a:buNone/>
              <a:defRPr sz="1800">
                <a:solidFill>
                  <a:schemeClr val="accent1"/>
                </a:solidFill>
              </a:defRPr>
            </a:lvl1pPr>
            <a:lvl2pPr indent="-330200" lvl="1" marL="914400" algn="l">
              <a:lnSpc>
                <a:spcPct val="100000"/>
              </a:lnSpc>
              <a:spcBef>
                <a:spcPts val="500"/>
              </a:spcBef>
              <a:spcAft>
                <a:spcPts val="0"/>
              </a:spcAft>
              <a:buClr>
                <a:schemeClr val="accent1"/>
              </a:buClr>
              <a:buSzPts val="1600"/>
              <a:buFont typeface="Noto Sans Symbols"/>
              <a:buChar char="▪"/>
              <a:defRPr sz="1600">
                <a:solidFill>
                  <a:schemeClr val="accent1"/>
                </a:solidFill>
              </a:defRPr>
            </a:lvl2pPr>
            <a:lvl3pPr indent="-317500" lvl="2" marL="1371600" algn="l">
              <a:lnSpc>
                <a:spcPct val="100000"/>
              </a:lnSpc>
              <a:spcBef>
                <a:spcPts val="500"/>
              </a:spcBef>
              <a:spcAft>
                <a:spcPts val="0"/>
              </a:spcAft>
              <a:buClr>
                <a:schemeClr val="accent1"/>
              </a:buClr>
              <a:buSzPts val="1400"/>
              <a:buFont typeface="Noto Sans Symbols"/>
              <a:buChar char="▪"/>
              <a:defRPr sz="1400">
                <a:solidFill>
                  <a:schemeClr val="accent1"/>
                </a:solidFill>
              </a:defRPr>
            </a:lvl3pPr>
            <a:lvl4pPr indent="-304800" lvl="3" marL="1828800" algn="l">
              <a:lnSpc>
                <a:spcPct val="100000"/>
              </a:lnSpc>
              <a:spcBef>
                <a:spcPts val="500"/>
              </a:spcBef>
              <a:spcAft>
                <a:spcPts val="0"/>
              </a:spcAft>
              <a:buClr>
                <a:schemeClr val="accent1"/>
              </a:buClr>
              <a:buSzPts val="1200"/>
              <a:buFont typeface="Noto Sans Symbols"/>
              <a:buChar char="▪"/>
              <a:defRPr sz="1200">
                <a:solidFill>
                  <a:schemeClr val="accent1"/>
                </a:solidFill>
              </a:defRPr>
            </a:lvl4pPr>
            <a:lvl5pPr indent="-304800" lvl="4" marL="2286000" algn="l">
              <a:lnSpc>
                <a:spcPct val="100000"/>
              </a:lnSpc>
              <a:spcBef>
                <a:spcPts val="500"/>
              </a:spcBef>
              <a:spcAft>
                <a:spcPts val="0"/>
              </a:spcAft>
              <a:buClr>
                <a:schemeClr val="accent1"/>
              </a:buClr>
              <a:buSzPts val="1200"/>
              <a:buFont typeface="Noto Sans Symbols"/>
              <a:buChar char="▪"/>
              <a:defRPr sz="1200">
                <a:solidFill>
                  <a:schemeClr val="accen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Gill Sans"/>
                <a:ea typeface="Gill Sans"/>
                <a:cs typeface="Gill Sans"/>
                <a:sym typeface="Gill Sans"/>
              </a:defRPr>
            </a:lvl1pPr>
            <a:lvl2pPr indent="0" lvl="1" marL="0" algn="l">
              <a:spcBef>
                <a:spcPts val="0"/>
              </a:spcBef>
              <a:buNone/>
              <a:defRPr b="0" i="0" sz="1200" u="none" cap="none" strike="noStrike">
                <a:solidFill>
                  <a:schemeClr val="accent1"/>
                </a:solidFill>
                <a:latin typeface="Gill Sans"/>
                <a:ea typeface="Gill Sans"/>
                <a:cs typeface="Gill Sans"/>
                <a:sym typeface="Gill Sans"/>
              </a:defRPr>
            </a:lvl2pPr>
            <a:lvl3pPr indent="0" lvl="2" marL="0" algn="l">
              <a:spcBef>
                <a:spcPts val="0"/>
              </a:spcBef>
              <a:buNone/>
              <a:defRPr b="0" i="0" sz="1200" u="none" cap="none" strike="noStrike">
                <a:solidFill>
                  <a:schemeClr val="accent1"/>
                </a:solidFill>
                <a:latin typeface="Gill Sans"/>
                <a:ea typeface="Gill Sans"/>
                <a:cs typeface="Gill Sans"/>
                <a:sym typeface="Gill Sans"/>
              </a:defRPr>
            </a:lvl3pPr>
            <a:lvl4pPr indent="0" lvl="3" marL="0" algn="l">
              <a:spcBef>
                <a:spcPts val="0"/>
              </a:spcBef>
              <a:buNone/>
              <a:defRPr b="0" i="0" sz="1200" u="none" cap="none" strike="noStrike">
                <a:solidFill>
                  <a:schemeClr val="accent1"/>
                </a:solidFill>
                <a:latin typeface="Gill Sans"/>
                <a:ea typeface="Gill Sans"/>
                <a:cs typeface="Gill Sans"/>
                <a:sym typeface="Gill Sans"/>
              </a:defRPr>
            </a:lvl4pPr>
            <a:lvl5pPr indent="0" lvl="4" marL="0" algn="l">
              <a:spcBef>
                <a:spcPts val="0"/>
              </a:spcBef>
              <a:buNone/>
              <a:defRPr b="0" i="0" sz="1200" u="none" cap="none" strike="noStrike">
                <a:solidFill>
                  <a:schemeClr val="accent1"/>
                </a:solidFill>
                <a:latin typeface="Gill Sans"/>
                <a:ea typeface="Gill Sans"/>
                <a:cs typeface="Gill Sans"/>
                <a:sym typeface="Gill Sans"/>
              </a:defRPr>
            </a:lvl5pPr>
            <a:lvl6pPr indent="0" lvl="5" marL="0" algn="l">
              <a:spcBef>
                <a:spcPts val="0"/>
              </a:spcBef>
              <a:buNone/>
              <a:defRPr b="0" i="0" sz="1200" u="none" cap="none" strike="noStrike">
                <a:solidFill>
                  <a:schemeClr val="accent1"/>
                </a:solidFill>
                <a:latin typeface="Gill Sans"/>
                <a:ea typeface="Gill Sans"/>
                <a:cs typeface="Gill Sans"/>
                <a:sym typeface="Gill Sans"/>
              </a:defRPr>
            </a:lvl6pPr>
            <a:lvl7pPr indent="0" lvl="6" marL="0" algn="l">
              <a:spcBef>
                <a:spcPts val="0"/>
              </a:spcBef>
              <a:buNone/>
              <a:defRPr b="0" i="0" sz="1200" u="none" cap="none" strike="noStrike">
                <a:solidFill>
                  <a:schemeClr val="accent1"/>
                </a:solidFill>
                <a:latin typeface="Gill Sans"/>
                <a:ea typeface="Gill Sans"/>
                <a:cs typeface="Gill Sans"/>
                <a:sym typeface="Gill Sans"/>
              </a:defRPr>
            </a:lvl7pPr>
            <a:lvl8pPr indent="0" lvl="7" marL="0" algn="l">
              <a:spcBef>
                <a:spcPts val="0"/>
              </a:spcBef>
              <a:buNone/>
              <a:defRPr b="0" i="0" sz="1200" u="none" cap="none" strike="noStrike">
                <a:solidFill>
                  <a:schemeClr val="accent1"/>
                </a:solidFill>
                <a:latin typeface="Gill Sans"/>
                <a:ea typeface="Gill Sans"/>
                <a:cs typeface="Gill Sans"/>
                <a:sym typeface="Gill Sans"/>
              </a:defRPr>
            </a:lvl8pPr>
            <a:lvl9pPr indent="0" lvl="8" marL="0" algn="l">
              <a:spcBef>
                <a:spcPts val="0"/>
              </a:spcBef>
              <a:buNone/>
              <a:defRPr b="0" i="0" sz="1200" u="none" cap="none" strike="noStrike">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1"/>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5" name="Google Shape;35;p21"/>
          <p:cNvCxnSpPr/>
          <p:nvPr/>
        </p:nvCxnSpPr>
        <p:spPr>
          <a:xfrm>
            <a:off x="0" y="395159"/>
            <a:ext cx="12192000" cy="0"/>
          </a:xfrm>
          <a:prstGeom prst="straightConnector1">
            <a:avLst/>
          </a:prstGeom>
          <a:noFill/>
          <a:ln cap="flat" cmpd="sng" w="15875">
            <a:solidFill>
              <a:schemeClr val="accent1"/>
            </a:solidFill>
            <a:prstDash val="solid"/>
            <a:miter lim="800000"/>
            <a:headEnd len="sm" w="sm" type="none"/>
            <a:tailEnd len="sm" w="sm" type="none"/>
          </a:ln>
        </p:spPr>
      </p:cxnSp>
      <p:cxnSp>
        <p:nvCxnSpPr>
          <p:cNvPr id="36" name="Google Shape;36;p21"/>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cxnSp>
        <p:nvCxnSpPr>
          <p:cNvPr id="37" name="Google Shape;37;p21"/>
          <p:cNvCxnSpPr/>
          <p:nvPr/>
        </p:nvCxnSpPr>
        <p:spPr>
          <a:xfrm rot="10800000">
            <a:off x="398367"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38" name="Google Shape;38;p21"/>
          <p:cNvCxnSpPr/>
          <p:nvPr/>
        </p:nvCxnSpPr>
        <p:spPr>
          <a:xfrm rot="10800000">
            <a:off x="11793633"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39" name="Google Shape;39;p21"/>
          <p:cNvCxnSpPr/>
          <p:nvPr/>
        </p:nvCxnSpPr>
        <p:spPr>
          <a:xfrm rot="10800000">
            <a:off x="6096000" y="395159"/>
            <a:ext cx="0" cy="6044326"/>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 name="Shape 40"/>
        <p:cNvGrpSpPr/>
        <p:nvPr/>
      </p:nvGrpSpPr>
      <p:grpSpPr>
        <a:xfrm>
          <a:off x="0" y="0"/>
          <a:ext cx="0" cy="0"/>
          <a:chOff x="0" y="0"/>
          <a:chExt cx="0" cy="0"/>
        </a:xfrm>
      </p:grpSpPr>
      <p:sp>
        <p:nvSpPr>
          <p:cNvPr id="41" name="Google Shape;41;p22"/>
          <p:cNvSpPr/>
          <p:nvPr>
            <p:ph idx="2" type="pic"/>
          </p:nvPr>
        </p:nvSpPr>
        <p:spPr>
          <a:xfrm>
            <a:off x="0" y="0"/>
            <a:ext cx="12192000" cy="6858000"/>
          </a:xfrm>
          <a:prstGeom prst="rect">
            <a:avLst/>
          </a:prstGeom>
          <a:solidFill>
            <a:srgbClr val="BDB7A4"/>
          </a:solidFill>
          <a:ln>
            <a:noFill/>
          </a:ln>
        </p:spPr>
      </p:sp>
      <p:sp>
        <p:nvSpPr>
          <p:cNvPr id="42" name="Google Shape;42;p22"/>
          <p:cNvSpPr txBox="1"/>
          <p:nvPr>
            <p:ph type="title"/>
          </p:nvPr>
        </p:nvSpPr>
        <p:spPr>
          <a:xfrm>
            <a:off x="1508760" y="1188720"/>
            <a:ext cx="9171432" cy="4480560"/>
          </a:xfrm>
          <a:prstGeom prst="rect">
            <a:avLst/>
          </a:prstGeom>
          <a:noFill/>
          <a:ln cap="flat" cmpd="sng" w="15875">
            <a:solidFill>
              <a:schemeClr val="accent1"/>
            </a:solidFill>
            <a:prstDash val="solid"/>
            <a:round/>
            <a:headEnd len="sm" w="sm" type="none"/>
            <a:tailEnd len="sm" w="sm" type="none"/>
          </a:ln>
        </p:spPr>
        <p:txBody>
          <a:bodyPr anchorCtr="0" anchor="ctr" bIns="640075" lIns="365750" spcFirstLastPara="1" rIns="91425" wrap="square" tIns="45700">
            <a:noAutofit/>
          </a:bodyPr>
          <a:lstStyle>
            <a:lvl1pPr lvl="0" algn="l">
              <a:lnSpc>
                <a:spcPct val="90000"/>
              </a:lnSpc>
              <a:spcBef>
                <a:spcPts val="0"/>
              </a:spcBef>
              <a:spcAft>
                <a:spcPts val="0"/>
              </a:spcAft>
              <a:buClr>
                <a:schemeClr val="accent1"/>
              </a:buClr>
              <a:buSzPts val="7200"/>
              <a:buFont typeface="Arial"/>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2"/>
          <p:cNvSpPr txBox="1"/>
          <p:nvPr>
            <p:ph idx="1" type="body"/>
          </p:nvPr>
        </p:nvSpPr>
        <p:spPr>
          <a:xfrm>
            <a:off x="6665976" y="5102352"/>
            <a:ext cx="2889504" cy="36576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chemeClr val="accent1"/>
              </a:buClr>
              <a:buSzPts val="1800"/>
              <a:buNone/>
              <a:defRPr sz="1800">
                <a:solidFill>
                  <a:schemeClr val="accen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4">
  <p:cSld name="Team x4">
    <p:bg>
      <p:bgPr>
        <a:solidFill>
          <a:schemeClr val="dk2"/>
        </a:solidFill>
      </p:bgPr>
    </p:bg>
    <p:spTree>
      <p:nvGrpSpPr>
        <p:cNvPr id="44" name="Shape 44"/>
        <p:cNvGrpSpPr/>
        <p:nvPr/>
      </p:nvGrpSpPr>
      <p:grpSpPr>
        <a:xfrm>
          <a:off x="0" y="0"/>
          <a:ext cx="0" cy="0"/>
          <a:chOff x="0" y="0"/>
          <a:chExt cx="0" cy="0"/>
        </a:xfrm>
      </p:grpSpPr>
      <p:sp>
        <p:nvSpPr>
          <p:cNvPr id="45" name="Google Shape;45;p23"/>
          <p:cNvSpPr txBox="1"/>
          <p:nvPr>
            <p:ph type="title"/>
          </p:nvPr>
        </p:nvSpPr>
        <p:spPr>
          <a:xfrm>
            <a:off x="640080" y="466344"/>
            <a:ext cx="3236976" cy="99669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0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3"/>
          <p:cNvSpPr txBox="1"/>
          <p:nvPr>
            <p:ph idx="1" type="body"/>
          </p:nvPr>
        </p:nvSpPr>
        <p:spPr>
          <a:xfrm>
            <a:off x="630936" y="1618488"/>
            <a:ext cx="1819656"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3"/>
          <p:cNvSpPr txBox="1"/>
          <p:nvPr>
            <p:ph idx="2" type="body"/>
          </p:nvPr>
        </p:nvSpPr>
        <p:spPr>
          <a:xfrm>
            <a:off x="3584448" y="1618488"/>
            <a:ext cx="1819656"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3"/>
          <p:cNvSpPr txBox="1"/>
          <p:nvPr>
            <p:ph idx="3" type="body"/>
          </p:nvPr>
        </p:nvSpPr>
        <p:spPr>
          <a:xfrm>
            <a:off x="6483096" y="1618488"/>
            <a:ext cx="1819656"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3"/>
          <p:cNvSpPr txBox="1"/>
          <p:nvPr>
            <p:ph idx="4" type="body"/>
          </p:nvPr>
        </p:nvSpPr>
        <p:spPr>
          <a:xfrm>
            <a:off x="9528048" y="1618488"/>
            <a:ext cx="1819656"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3"/>
          <p:cNvSpPr txBox="1"/>
          <p:nvPr>
            <p:ph idx="5" type="body"/>
          </p:nvPr>
        </p:nvSpPr>
        <p:spPr>
          <a:xfrm>
            <a:off x="630936" y="2414016"/>
            <a:ext cx="2167128" cy="31089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None/>
              <a:defRPr b="0" sz="14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3"/>
          <p:cNvSpPr txBox="1"/>
          <p:nvPr>
            <p:ph idx="6" type="body"/>
          </p:nvPr>
        </p:nvSpPr>
        <p:spPr>
          <a:xfrm>
            <a:off x="3584448" y="2414016"/>
            <a:ext cx="2167128" cy="31089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None/>
              <a:defRPr b="0" sz="14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3"/>
          <p:cNvSpPr txBox="1"/>
          <p:nvPr>
            <p:ph idx="7" type="body"/>
          </p:nvPr>
        </p:nvSpPr>
        <p:spPr>
          <a:xfrm>
            <a:off x="6483096" y="2414016"/>
            <a:ext cx="2167128" cy="31089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None/>
              <a:defRPr b="0" sz="14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3"/>
          <p:cNvSpPr txBox="1"/>
          <p:nvPr>
            <p:ph idx="8" type="body"/>
          </p:nvPr>
        </p:nvSpPr>
        <p:spPr>
          <a:xfrm>
            <a:off x="9528048" y="2414016"/>
            <a:ext cx="2167128" cy="31089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None/>
              <a:defRPr b="0" sz="14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3"/>
          <p:cNvSpPr/>
          <p:nvPr>
            <p:ph idx="9" type="pic"/>
          </p:nvPr>
        </p:nvSpPr>
        <p:spPr>
          <a:xfrm>
            <a:off x="740664" y="2852928"/>
            <a:ext cx="1892808" cy="2715768"/>
          </a:xfrm>
          <a:prstGeom prst="rect">
            <a:avLst/>
          </a:prstGeom>
          <a:solidFill>
            <a:srgbClr val="B5A764"/>
          </a:solidFill>
          <a:ln cap="flat" cmpd="sng" w="15875">
            <a:solidFill>
              <a:schemeClr val="accent1"/>
            </a:solidFill>
            <a:prstDash val="solid"/>
            <a:round/>
            <a:headEnd len="sm" w="sm" type="none"/>
            <a:tailEnd len="sm" w="sm" type="none"/>
          </a:ln>
        </p:spPr>
      </p:sp>
      <p:sp>
        <p:nvSpPr>
          <p:cNvPr id="55" name="Google Shape;55;p23"/>
          <p:cNvSpPr/>
          <p:nvPr>
            <p:ph idx="13" type="pic"/>
          </p:nvPr>
        </p:nvSpPr>
        <p:spPr>
          <a:xfrm>
            <a:off x="3685032" y="2852928"/>
            <a:ext cx="1892808" cy="2715768"/>
          </a:xfrm>
          <a:prstGeom prst="rect">
            <a:avLst/>
          </a:prstGeom>
          <a:solidFill>
            <a:srgbClr val="B5A764"/>
          </a:solidFill>
          <a:ln cap="flat" cmpd="sng" w="15875">
            <a:solidFill>
              <a:schemeClr val="accent1"/>
            </a:solidFill>
            <a:prstDash val="solid"/>
            <a:round/>
            <a:headEnd len="sm" w="sm" type="none"/>
            <a:tailEnd len="sm" w="sm" type="none"/>
          </a:ln>
        </p:spPr>
      </p:sp>
      <p:sp>
        <p:nvSpPr>
          <p:cNvPr id="56" name="Google Shape;56;p23"/>
          <p:cNvSpPr/>
          <p:nvPr>
            <p:ph idx="14" type="pic"/>
          </p:nvPr>
        </p:nvSpPr>
        <p:spPr>
          <a:xfrm>
            <a:off x="6601968" y="2852928"/>
            <a:ext cx="1892808" cy="2715768"/>
          </a:xfrm>
          <a:prstGeom prst="rect">
            <a:avLst/>
          </a:prstGeom>
          <a:solidFill>
            <a:srgbClr val="B5A764"/>
          </a:solidFill>
          <a:ln cap="flat" cmpd="sng" w="15875">
            <a:solidFill>
              <a:schemeClr val="accent1"/>
            </a:solidFill>
            <a:prstDash val="solid"/>
            <a:round/>
            <a:headEnd len="sm" w="sm" type="none"/>
            <a:tailEnd len="sm" w="sm" type="none"/>
          </a:ln>
        </p:spPr>
      </p:sp>
      <p:sp>
        <p:nvSpPr>
          <p:cNvPr id="57" name="Google Shape;57;p23"/>
          <p:cNvSpPr/>
          <p:nvPr>
            <p:ph idx="15" type="pic"/>
          </p:nvPr>
        </p:nvSpPr>
        <p:spPr>
          <a:xfrm>
            <a:off x="9546336" y="2852928"/>
            <a:ext cx="1892808" cy="2715768"/>
          </a:xfrm>
          <a:prstGeom prst="rect">
            <a:avLst/>
          </a:prstGeom>
          <a:solidFill>
            <a:srgbClr val="B5A764"/>
          </a:solidFill>
          <a:ln cap="flat" cmpd="sng" w="15875">
            <a:solidFill>
              <a:schemeClr val="accent1"/>
            </a:solidFill>
            <a:prstDash val="solid"/>
            <a:round/>
            <a:headEnd len="sm" w="sm" type="none"/>
            <a:tailEnd len="sm" w="sm" type="none"/>
          </a:ln>
        </p:spPr>
      </p:sp>
      <p:cxnSp>
        <p:nvCxnSpPr>
          <p:cNvPr id="58" name="Google Shape;58;p23"/>
          <p:cNvCxnSpPr/>
          <p:nvPr/>
        </p:nvCxnSpPr>
        <p:spPr>
          <a:xfrm>
            <a:off x="6585357" y="2355475"/>
            <a:ext cx="1925203" cy="0"/>
          </a:xfrm>
          <a:prstGeom prst="straightConnector1">
            <a:avLst/>
          </a:prstGeom>
          <a:noFill/>
          <a:ln cap="flat" cmpd="sng" w="15875">
            <a:solidFill>
              <a:schemeClr val="accent1"/>
            </a:solidFill>
            <a:prstDash val="solid"/>
            <a:miter lim="800000"/>
            <a:headEnd len="sm" w="sm" type="none"/>
            <a:tailEnd len="sm" w="sm" type="none"/>
          </a:ln>
        </p:spPr>
      </p:cxnSp>
      <p:cxnSp>
        <p:nvCxnSpPr>
          <p:cNvPr id="59" name="Google Shape;59;p23"/>
          <p:cNvCxnSpPr/>
          <p:nvPr/>
        </p:nvCxnSpPr>
        <p:spPr>
          <a:xfrm>
            <a:off x="9628632" y="2361693"/>
            <a:ext cx="1929384" cy="0"/>
          </a:xfrm>
          <a:prstGeom prst="straightConnector1">
            <a:avLst/>
          </a:prstGeom>
          <a:noFill/>
          <a:ln cap="flat" cmpd="sng" w="15875">
            <a:solidFill>
              <a:schemeClr val="accent1"/>
            </a:solidFill>
            <a:prstDash val="solid"/>
            <a:miter lim="800000"/>
            <a:headEnd len="sm" w="sm" type="none"/>
            <a:tailEnd len="sm" w="sm" type="none"/>
          </a:ln>
        </p:spPr>
      </p:cxnSp>
      <p:cxnSp>
        <p:nvCxnSpPr>
          <p:cNvPr id="60" name="Google Shape;60;p23"/>
          <p:cNvCxnSpPr/>
          <p:nvPr/>
        </p:nvCxnSpPr>
        <p:spPr>
          <a:xfrm>
            <a:off x="729735" y="2354726"/>
            <a:ext cx="1929384" cy="0"/>
          </a:xfrm>
          <a:prstGeom prst="straightConnector1">
            <a:avLst/>
          </a:prstGeom>
          <a:noFill/>
          <a:ln cap="flat" cmpd="sng" w="15875">
            <a:solidFill>
              <a:schemeClr val="accent1"/>
            </a:solidFill>
            <a:prstDash val="solid"/>
            <a:miter lim="800000"/>
            <a:headEnd len="sm" w="sm" type="none"/>
            <a:tailEnd len="sm" w="sm" type="none"/>
          </a:ln>
        </p:spPr>
      </p:cxnSp>
      <p:cxnSp>
        <p:nvCxnSpPr>
          <p:cNvPr id="61" name="Google Shape;61;p23"/>
          <p:cNvCxnSpPr/>
          <p:nvPr/>
        </p:nvCxnSpPr>
        <p:spPr>
          <a:xfrm>
            <a:off x="3672459" y="2349116"/>
            <a:ext cx="1929384" cy="0"/>
          </a:xfrm>
          <a:prstGeom prst="straightConnector1">
            <a:avLst/>
          </a:prstGeom>
          <a:noFill/>
          <a:ln cap="flat" cmpd="sng" w="15875">
            <a:solidFill>
              <a:schemeClr val="accent1"/>
            </a:solidFill>
            <a:prstDash val="solid"/>
            <a:miter lim="800000"/>
            <a:headEnd len="sm" w="sm" type="none"/>
            <a:tailEnd len="sm" w="sm" type="none"/>
          </a:ln>
        </p:spPr>
      </p:cxnSp>
      <p:sp>
        <p:nvSpPr>
          <p:cNvPr id="62" name="Google Shape;62;p23"/>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Gill Sans"/>
                <a:ea typeface="Gill Sans"/>
                <a:cs typeface="Gill Sans"/>
                <a:sym typeface="Gill Sans"/>
              </a:defRPr>
            </a:lvl1pPr>
            <a:lvl2pPr indent="0" lvl="1" marL="0" algn="l">
              <a:spcBef>
                <a:spcPts val="0"/>
              </a:spcBef>
              <a:buNone/>
              <a:defRPr b="0" i="0" sz="1200" u="none" cap="none" strike="noStrike">
                <a:solidFill>
                  <a:schemeClr val="accent1"/>
                </a:solidFill>
                <a:latin typeface="Gill Sans"/>
                <a:ea typeface="Gill Sans"/>
                <a:cs typeface="Gill Sans"/>
                <a:sym typeface="Gill Sans"/>
              </a:defRPr>
            </a:lvl2pPr>
            <a:lvl3pPr indent="0" lvl="2" marL="0" algn="l">
              <a:spcBef>
                <a:spcPts val="0"/>
              </a:spcBef>
              <a:buNone/>
              <a:defRPr b="0" i="0" sz="1200" u="none" cap="none" strike="noStrike">
                <a:solidFill>
                  <a:schemeClr val="accent1"/>
                </a:solidFill>
                <a:latin typeface="Gill Sans"/>
                <a:ea typeface="Gill Sans"/>
                <a:cs typeface="Gill Sans"/>
                <a:sym typeface="Gill Sans"/>
              </a:defRPr>
            </a:lvl3pPr>
            <a:lvl4pPr indent="0" lvl="3" marL="0" algn="l">
              <a:spcBef>
                <a:spcPts val="0"/>
              </a:spcBef>
              <a:buNone/>
              <a:defRPr b="0" i="0" sz="1200" u="none" cap="none" strike="noStrike">
                <a:solidFill>
                  <a:schemeClr val="accent1"/>
                </a:solidFill>
                <a:latin typeface="Gill Sans"/>
                <a:ea typeface="Gill Sans"/>
                <a:cs typeface="Gill Sans"/>
                <a:sym typeface="Gill Sans"/>
              </a:defRPr>
            </a:lvl4pPr>
            <a:lvl5pPr indent="0" lvl="4" marL="0" algn="l">
              <a:spcBef>
                <a:spcPts val="0"/>
              </a:spcBef>
              <a:buNone/>
              <a:defRPr b="0" i="0" sz="1200" u="none" cap="none" strike="noStrike">
                <a:solidFill>
                  <a:schemeClr val="accent1"/>
                </a:solidFill>
                <a:latin typeface="Gill Sans"/>
                <a:ea typeface="Gill Sans"/>
                <a:cs typeface="Gill Sans"/>
                <a:sym typeface="Gill Sans"/>
              </a:defRPr>
            </a:lvl5pPr>
            <a:lvl6pPr indent="0" lvl="5" marL="0" algn="l">
              <a:spcBef>
                <a:spcPts val="0"/>
              </a:spcBef>
              <a:buNone/>
              <a:defRPr b="0" i="0" sz="1200" u="none" cap="none" strike="noStrike">
                <a:solidFill>
                  <a:schemeClr val="accent1"/>
                </a:solidFill>
                <a:latin typeface="Gill Sans"/>
                <a:ea typeface="Gill Sans"/>
                <a:cs typeface="Gill Sans"/>
                <a:sym typeface="Gill Sans"/>
              </a:defRPr>
            </a:lvl6pPr>
            <a:lvl7pPr indent="0" lvl="6" marL="0" algn="l">
              <a:spcBef>
                <a:spcPts val="0"/>
              </a:spcBef>
              <a:buNone/>
              <a:defRPr b="0" i="0" sz="1200" u="none" cap="none" strike="noStrike">
                <a:solidFill>
                  <a:schemeClr val="accent1"/>
                </a:solidFill>
                <a:latin typeface="Gill Sans"/>
                <a:ea typeface="Gill Sans"/>
                <a:cs typeface="Gill Sans"/>
                <a:sym typeface="Gill Sans"/>
              </a:defRPr>
            </a:lvl7pPr>
            <a:lvl8pPr indent="0" lvl="7" marL="0" algn="l">
              <a:spcBef>
                <a:spcPts val="0"/>
              </a:spcBef>
              <a:buNone/>
              <a:defRPr b="0" i="0" sz="1200" u="none" cap="none" strike="noStrike">
                <a:solidFill>
                  <a:schemeClr val="accent1"/>
                </a:solidFill>
                <a:latin typeface="Gill Sans"/>
                <a:ea typeface="Gill Sans"/>
                <a:cs typeface="Gill Sans"/>
                <a:sym typeface="Gill Sans"/>
              </a:defRPr>
            </a:lvl8pPr>
            <a:lvl9pPr indent="0" lvl="8" marL="0" algn="l">
              <a:spcBef>
                <a:spcPts val="0"/>
              </a:spcBef>
              <a:buNone/>
              <a:defRPr b="0" i="0" sz="1200" u="none" cap="none" strike="noStrike">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3"/>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5" name="Google Shape;65;p23"/>
          <p:cNvCxnSpPr/>
          <p:nvPr/>
        </p:nvCxnSpPr>
        <p:spPr>
          <a:xfrm>
            <a:off x="3866404" y="929468"/>
            <a:ext cx="8325596" cy="0"/>
          </a:xfrm>
          <a:prstGeom prst="straightConnector1">
            <a:avLst/>
          </a:prstGeom>
          <a:noFill/>
          <a:ln cap="flat" cmpd="sng" w="15875">
            <a:solidFill>
              <a:schemeClr val="accent1"/>
            </a:solidFill>
            <a:prstDash val="solid"/>
            <a:miter lim="800000"/>
            <a:headEnd len="sm" w="sm" type="none"/>
            <a:tailEnd len="sm" w="sm" type="none"/>
          </a:ln>
        </p:spPr>
      </p:cxnSp>
      <p:cxnSp>
        <p:nvCxnSpPr>
          <p:cNvPr id="66" name="Google Shape;66;p23"/>
          <p:cNvCxnSpPr/>
          <p:nvPr/>
        </p:nvCxnSpPr>
        <p:spPr>
          <a:xfrm>
            <a:off x="0" y="397080"/>
            <a:ext cx="12192000" cy="0"/>
          </a:xfrm>
          <a:prstGeom prst="straightConnector1">
            <a:avLst/>
          </a:prstGeom>
          <a:noFill/>
          <a:ln cap="flat" cmpd="sng" w="15875">
            <a:solidFill>
              <a:schemeClr val="accent1"/>
            </a:solidFill>
            <a:prstDash val="solid"/>
            <a:miter lim="800000"/>
            <a:headEnd len="sm" w="sm" type="none"/>
            <a:tailEnd len="sm" w="sm" type="none"/>
          </a:ln>
        </p:spPr>
      </p:cxnSp>
      <p:cxnSp>
        <p:nvCxnSpPr>
          <p:cNvPr id="67" name="Google Shape;67;p23"/>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p:cSld name="Quote slide">
    <p:bg>
      <p:bgPr>
        <a:solidFill>
          <a:schemeClr val="accent3"/>
        </a:solidFill>
      </p:bgPr>
    </p:bg>
    <p:spTree>
      <p:nvGrpSpPr>
        <p:cNvPr id="68" name="Shape 68"/>
        <p:cNvGrpSpPr/>
        <p:nvPr/>
      </p:nvGrpSpPr>
      <p:grpSpPr>
        <a:xfrm>
          <a:off x="0" y="0"/>
          <a:ext cx="0" cy="0"/>
          <a:chOff x="0" y="0"/>
          <a:chExt cx="0" cy="0"/>
        </a:xfrm>
      </p:grpSpPr>
      <p:sp>
        <p:nvSpPr>
          <p:cNvPr id="69" name="Google Shape;69;p24"/>
          <p:cNvSpPr txBox="1"/>
          <p:nvPr>
            <p:ph type="title"/>
          </p:nvPr>
        </p:nvSpPr>
        <p:spPr>
          <a:xfrm>
            <a:off x="941832" y="1005840"/>
            <a:ext cx="7187184" cy="42519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subTitle"/>
          </p:nvPr>
        </p:nvSpPr>
        <p:spPr>
          <a:xfrm>
            <a:off x="941832" y="5312664"/>
            <a:ext cx="2889504" cy="365760"/>
          </a:xfrm>
          <a:prstGeom prst="rect">
            <a:avLst/>
          </a:prstGeom>
          <a:solidFill>
            <a:schemeClr val="accent3"/>
          </a:solid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1800"/>
              <a:buNone/>
              <a:defRPr sz="1800">
                <a:solidFill>
                  <a:schemeClr val="dk1"/>
                </a:solidFill>
                <a:latin typeface="Gill Sans"/>
                <a:ea typeface="Gill Sans"/>
                <a:cs typeface="Gill Sans"/>
                <a:sym typeface="Gill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1" name="Google Shape;71;p24"/>
          <p:cNvSpPr/>
          <p:nvPr>
            <p:ph idx="2" type="pic"/>
          </p:nvPr>
        </p:nvSpPr>
        <p:spPr>
          <a:xfrm>
            <a:off x="8937714" y="1028362"/>
            <a:ext cx="2451100" cy="4800597"/>
          </a:xfrm>
          <a:prstGeom prst="rect">
            <a:avLst/>
          </a:prstGeom>
          <a:noFill/>
          <a:ln cap="flat" cmpd="sng" w="15875">
            <a:solidFill>
              <a:schemeClr val="dk1"/>
            </a:solidFill>
            <a:prstDash val="solid"/>
            <a:round/>
            <a:headEnd len="sm" w="sm" type="none"/>
            <a:tailEnd len="sm" w="sm" type="none"/>
          </a:ln>
        </p:spPr>
      </p:sp>
      <p:sp>
        <p:nvSpPr>
          <p:cNvPr id="72" name="Google Shape;72;p24"/>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dk1"/>
                </a:solidFill>
                <a:latin typeface="Gill Sans"/>
                <a:ea typeface="Gill Sans"/>
                <a:cs typeface="Gill Sans"/>
                <a:sym typeface="Gill Sans"/>
              </a:defRPr>
            </a:lvl1pPr>
            <a:lvl2pPr indent="0" lvl="1" marL="0" algn="l">
              <a:spcBef>
                <a:spcPts val="0"/>
              </a:spcBef>
              <a:buNone/>
              <a:defRPr b="0" i="0" sz="1200" u="none" cap="none" strike="noStrike">
                <a:solidFill>
                  <a:schemeClr val="dk1"/>
                </a:solidFill>
                <a:latin typeface="Gill Sans"/>
                <a:ea typeface="Gill Sans"/>
                <a:cs typeface="Gill Sans"/>
                <a:sym typeface="Gill Sans"/>
              </a:defRPr>
            </a:lvl2pPr>
            <a:lvl3pPr indent="0" lvl="2" marL="0" algn="l">
              <a:spcBef>
                <a:spcPts val="0"/>
              </a:spcBef>
              <a:buNone/>
              <a:defRPr b="0" i="0" sz="1200" u="none" cap="none" strike="noStrike">
                <a:solidFill>
                  <a:schemeClr val="dk1"/>
                </a:solidFill>
                <a:latin typeface="Gill Sans"/>
                <a:ea typeface="Gill Sans"/>
                <a:cs typeface="Gill Sans"/>
                <a:sym typeface="Gill Sans"/>
              </a:defRPr>
            </a:lvl3pPr>
            <a:lvl4pPr indent="0" lvl="3" marL="0" algn="l">
              <a:spcBef>
                <a:spcPts val="0"/>
              </a:spcBef>
              <a:buNone/>
              <a:defRPr b="0" i="0" sz="1200" u="none" cap="none" strike="noStrike">
                <a:solidFill>
                  <a:schemeClr val="dk1"/>
                </a:solidFill>
                <a:latin typeface="Gill Sans"/>
                <a:ea typeface="Gill Sans"/>
                <a:cs typeface="Gill Sans"/>
                <a:sym typeface="Gill Sans"/>
              </a:defRPr>
            </a:lvl4pPr>
            <a:lvl5pPr indent="0" lvl="4" marL="0" algn="l">
              <a:spcBef>
                <a:spcPts val="0"/>
              </a:spcBef>
              <a:buNone/>
              <a:defRPr b="0" i="0" sz="1200" u="none" cap="none" strike="noStrike">
                <a:solidFill>
                  <a:schemeClr val="dk1"/>
                </a:solidFill>
                <a:latin typeface="Gill Sans"/>
                <a:ea typeface="Gill Sans"/>
                <a:cs typeface="Gill Sans"/>
                <a:sym typeface="Gill Sans"/>
              </a:defRPr>
            </a:lvl5pPr>
            <a:lvl6pPr indent="0" lvl="5" marL="0" algn="l">
              <a:spcBef>
                <a:spcPts val="0"/>
              </a:spcBef>
              <a:buNone/>
              <a:defRPr b="0" i="0" sz="1200" u="none" cap="none" strike="noStrike">
                <a:solidFill>
                  <a:schemeClr val="dk1"/>
                </a:solidFill>
                <a:latin typeface="Gill Sans"/>
                <a:ea typeface="Gill Sans"/>
                <a:cs typeface="Gill Sans"/>
                <a:sym typeface="Gill Sans"/>
              </a:defRPr>
            </a:lvl6pPr>
            <a:lvl7pPr indent="0" lvl="6" marL="0" algn="l">
              <a:spcBef>
                <a:spcPts val="0"/>
              </a:spcBef>
              <a:buNone/>
              <a:defRPr b="0" i="0" sz="1200" u="none" cap="none" strike="noStrike">
                <a:solidFill>
                  <a:schemeClr val="dk1"/>
                </a:solidFill>
                <a:latin typeface="Gill Sans"/>
                <a:ea typeface="Gill Sans"/>
                <a:cs typeface="Gill Sans"/>
                <a:sym typeface="Gill Sans"/>
              </a:defRPr>
            </a:lvl7pPr>
            <a:lvl8pPr indent="0" lvl="7" marL="0" algn="l">
              <a:spcBef>
                <a:spcPts val="0"/>
              </a:spcBef>
              <a:buNone/>
              <a:defRPr b="0" i="0" sz="1200" u="none" cap="none" strike="noStrike">
                <a:solidFill>
                  <a:schemeClr val="dk1"/>
                </a:solidFill>
                <a:latin typeface="Gill Sans"/>
                <a:ea typeface="Gill Sans"/>
                <a:cs typeface="Gill Sans"/>
                <a:sym typeface="Gill Sans"/>
              </a:defRPr>
            </a:lvl8pPr>
            <a:lvl9pPr indent="0" lvl="8" marL="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73" name="Google Shape;73;p24"/>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4"/>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5" name="Google Shape;75;p24"/>
          <p:cNvCxnSpPr/>
          <p:nvPr/>
        </p:nvCxnSpPr>
        <p:spPr>
          <a:xfrm>
            <a:off x="0" y="395159"/>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76" name="Google Shape;76;p24"/>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77" name="Google Shape;77;p24"/>
          <p:cNvCxnSpPr/>
          <p:nvPr/>
        </p:nvCxnSpPr>
        <p:spPr>
          <a:xfrm rot="10800000">
            <a:off x="398367"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78" name="Google Shape;78;p24"/>
          <p:cNvCxnSpPr/>
          <p:nvPr/>
        </p:nvCxnSpPr>
        <p:spPr>
          <a:xfrm rot="10800000">
            <a:off x="11793633"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79" name="Google Shape;79;p24"/>
          <p:cNvCxnSpPr/>
          <p:nvPr/>
        </p:nvCxnSpPr>
        <p:spPr>
          <a:xfrm>
            <a:off x="0" y="5516519"/>
            <a:ext cx="914400" cy="0"/>
          </a:xfrm>
          <a:prstGeom prst="straightConnector1">
            <a:avLst/>
          </a:prstGeom>
          <a:noFill/>
          <a:ln cap="flat" cmpd="sng" w="15875">
            <a:solidFill>
              <a:schemeClr val="dk1"/>
            </a:solidFill>
            <a:prstDash val="solid"/>
            <a:miter lim="800000"/>
            <a:headEnd len="sm" w="sm" type="none"/>
            <a:tailEnd len="sm" w="sm" type="none"/>
          </a:ln>
        </p:spPr>
      </p:cxnSp>
      <p:cxnSp>
        <p:nvCxnSpPr>
          <p:cNvPr id="80" name="Google Shape;80;p24"/>
          <p:cNvCxnSpPr>
            <a:stCxn id="70" idx="3"/>
          </p:cNvCxnSpPr>
          <p:nvPr/>
        </p:nvCxnSpPr>
        <p:spPr>
          <a:xfrm>
            <a:off x="3831336" y="5495544"/>
            <a:ext cx="8360700" cy="0"/>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chemeClr val="accent2"/>
        </a:solidFill>
      </p:bgPr>
    </p:bg>
    <p:spTree>
      <p:nvGrpSpPr>
        <p:cNvPr id="81" name="Shape 81"/>
        <p:cNvGrpSpPr/>
        <p:nvPr/>
      </p:nvGrpSpPr>
      <p:grpSpPr>
        <a:xfrm>
          <a:off x="0" y="0"/>
          <a:ext cx="0" cy="0"/>
          <a:chOff x="0" y="0"/>
          <a:chExt cx="0" cy="0"/>
        </a:xfrm>
      </p:grpSpPr>
      <p:sp>
        <p:nvSpPr>
          <p:cNvPr id="82" name="Google Shape;82;p25"/>
          <p:cNvSpPr txBox="1"/>
          <p:nvPr>
            <p:ph type="title"/>
          </p:nvPr>
        </p:nvSpPr>
        <p:spPr>
          <a:xfrm>
            <a:off x="466344" y="36576"/>
            <a:ext cx="5294376" cy="9692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accent1"/>
              </a:buClr>
              <a:buSzPts val="40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5"/>
          <p:cNvSpPr/>
          <p:nvPr>
            <p:ph idx="2" type="pic"/>
          </p:nvPr>
        </p:nvSpPr>
        <p:spPr>
          <a:xfrm>
            <a:off x="444501" y="1592221"/>
            <a:ext cx="5207000" cy="4292599"/>
          </a:xfrm>
          <a:prstGeom prst="rect">
            <a:avLst/>
          </a:prstGeom>
          <a:noFill/>
          <a:ln cap="flat" cmpd="sng" w="15875">
            <a:solidFill>
              <a:schemeClr val="accent1"/>
            </a:solidFill>
            <a:prstDash val="solid"/>
            <a:round/>
            <a:headEnd len="sm" w="sm" type="none"/>
            <a:tailEnd len="sm" w="sm" type="none"/>
          </a:ln>
        </p:spPr>
      </p:sp>
      <p:sp>
        <p:nvSpPr>
          <p:cNvPr id="84" name="Google Shape;84;p25"/>
          <p:cNvSpPr txBox="1"/>
          <p:nvPr>
            <p:ph idx="1" type="body"/>
          </p:nvPr>
        </p:nvSpPr>
        <p:spPr>
          <a:xfrm>
            <a:off x="6565392" y="740664"/>
            <a:ext cx="5157787" cy="466344"/>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5" name="Google Shape;85;p25"/>
          <p:cNvSpPr txBox="1"/>
          <p:nvPr>
            <p:ph idx="3" type="body"/>
          </p:nvPr>
        </p:nvSpPr>
        <p:spPr>
          <a:xfrm>
            <a:off x="6565392" y="1417320"/>
            <a:ext cx="5157787" cy="202996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800"/>
              </a:spcBef>
              <a:spcAft>
                <a:spcPts val="0"/>
              </a:spcAft>
              <a:buClr>
                <a:schemeClr val="accent1"/>
              </a:buClr>
              <a:buSzPts val="1800"/>
              <a:buChar char="▪"/>
              <a:defRPr sz="1800">
                <a:solidFill>
                  <a:schemeClr val="accent1"/>
                </a:solidFill>
              </a:defRPr>
            </a:lvl1pPr>
            <a:lvl2pPr indent="-330200" lvl="1" marL="914400" algn="l">
              <a:lnSpc>
                <a:spcPct val="100000"/>
              </a:lnSpc>
              <a:spcBef>
                <a:spcPts val="600"/>
              </a:spcBef>
              <a:spcAft>
                <a:spcPts val="0"/>
              </a:spcAft>
              <a:buClr>
                <a:schemeClr val="accent1"/>
              </a:buClr>
              <a:buSzPts val="1600"/>
              <a:buChar char="▪"/>
              <a:defRPr sz="1600">
                <a:solidFill>
                  <a:schemeClr val="accent1"/>
                </a:solidFill>
              </a:defRPr>
            </a:lvl2pPr>
            <a:lvl3pPr indent="-317500" lvl="2" marL="1371600" algn="l">
              <a:lnSpc>
                <a:spcPct val="100000"/>
              </a:lnSpc>
              <a:spcBef>
                <a:spcPts val="600"/>
              </a:spcBef>
              <a:spcAft>
                <a:spcPts val="0"/>
              </a:spcAft>
              <a:buClr>
                <a:schemeClr val="accent1"/>
              </a:buClr>
              <a:buSzPts val="1400"/>
              <a:buChar char="▪"/>
              <a:defRPr sz="1400">
                <a:solidFill>
                  <a:schemeClr val="accent1"/>
                </a:solidFill>
              </a:defRPr>
            </a:lvl3pPr>
            <a:lvl4pPr indent="-304800" lvl="3" marL="1828800" algn="l">
              <a:lnSpc>
                <a:spcPct val="100000"/>
              </a:lnSpc>
              <a:spcBef>
                <a:spcPts val="600"/>
              </a:spcBef>
              <a:spcAft>
                <a:spcPts val="0"/>
              </a:spcAft>
              <a:buClr>
                <a:schemeClr val="accent1"/>
              </a:buClr>
              <a:buSzPts val="1200"/>
              <a:buChar char="▪"/>
              <a:defRPr sz="1200">
                <a:solidFill>
                  <a:schemeClr val="accent1"/>
                </a:solidFill>
              </a:defRPr>
            </a:lvl4pPr>
            <a:lvl5pPr indent="-304800" lvl="4" marL="2286000" algn="l">
              <a:lnSpc>
                <a:spcPct val="100000"/>
              </a:lnSpc>
              <a:spcBef>
                <a:spcPts val="600"/>
              </a:spcBef>
              <a:spcAft>
                <a:spcPts val="0"/>
              </a:spcAft>
              <a:buClr>
                <a:schemeClr val="accent1"/>
              </a:buClr>
              <a:buSzPts val="1200"/>
              <a:buChar char="▪"/>
              <a:defRPr sz="1200">
                <a:solidFill>
                  <a:schemeClr val="accen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25"/>
          <p:cNvSpPr txBox="1"/>
          <p:nvPr>
            <p:ph idx="4" type="body"/>
          </p:nvPr>
        </p:nvSpPr>
        <p:spPr>
          <a:xfrm>
            <a:off x="6565392" y="3941064"/>
            <a:ext cx="51831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 name="Google Shape;87;p25"/>
          <p:cNvSpPr txBox="1"/>
          <p:nvPr>
            <p:ph idx="5" type="body"/>
          </p:nvPr>
        </p:nvSpPr>
        <p:spPr>
          <a:xfrm>
            <a:off x="6565392" y="4485555"/>
            <a:ext cx="5183188" cy="1197864"/>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800"/>
              </a:spcBef>
              <a:spcAft>
                <a:spcPts val="0"/>
              </a:spcAft>
              <a:buClr>
                <a:schemeClr val="accent1"/>
              </a:buClr>
              <a:buSzPts val="1800"/>
              <a:buChar char="▪"/>
              <a:defRPr sz="1800">
                <a:solidFill>
                  <a:schemeClr val="accent1"/>
                </a:solidFill>
              </a:defRPr>
            </a:lvl1pPr>
            <a:lvl2pPr indent="-330200" lvl="1" marL="914400" algn="l">
              <a:lnSpc>
                <a:spcPct val="100000"/>
              </a:lnSpc>
              <a:spcBef>
                <a:spcPts val="600"/>
              </a:spcBef>
              <a:spcAft>
                <a:spcPts val="0"/>
              </a:spcAft>
              <a:buClr>
                <a:schemeClr val="accent1"/>
              </a:buClr>
              <a:buSzPts val="1600"/>
              <a:buChar char="▪"/>
              <a:defRPr sz="1600">
                <a:solidFill>
                  <a:schemeClr val="accent1"/>
                </a:solidFill>
              </a:defRPr>
            </a:lvl2pPr>
            <a:lvl3pPr indent="-317500" lvl="2" marL="1371600" algn="l">
              <a:lnSpc>
                <a:spcPct val="100000"/>
              </a:lnSpc>
              <a:spcBef>
                <a:spcPts val="600"/>
              </a:spcBef>
              <a:spcAft>
                <a:spcPts val="0"/>
              </a:spcAft>
              <a:buClr>
                <a:schemeClr val="accent1"/>
              </a:buClr>
              <a:buSzPts val="1400"/>
              <a:buChar char="▪"/>
              <a:defRPr sz="1400">
                <a:solidFill>
                  <a:schemeClr val="accent1"/>
                </a:solidFill>
              </a:defRPr>
            </a:lvl3pPr>
            <a:lvl4pPr indent="-304800" lvl="3" marL="1828800" algn="l">
              <a:lnSpc>
                <a:spcPct val="100000"/>
              </a:lnSpc>
              <a:spcBef>
                <a:spcPts val="600"/>
              </a:spcBef>
              <a:spcAft>
                <a:spcPts val="0"/>
              </a:spcAft>
              <a:buClr>
                <a:schemeClr val="accent1"/>
              </a:buClr>
              <a:buSzPts val="1200"/>
              <a:buChar char="▪"/>
              <a:defRPr sz="1200">
                <a:solidFill>
                  <a:schemeClr val="accent1"/>
                </a:solidFill>
              </a:defRPr>
            </a:lvl4pPr>
            <a:lvl5pPr indent="-304800" lvl="4" marL="2286000" algn="l">
              <a:lnSpc>
                <a:spcPct val="100000"/>
              </a:lnSpc>
              <a:spcBef>
                <a:spcPts val="600"/>
              </a:spcBef>
              <a:spcAft>
                <a:spcPts val="0"/>
              </a:spcAft>
              <a:buClr>
                <a:schemeClr val="accent1"/>
              </a:buClr>
              <a:buSzPts val="1200"/>
              <a:buChar char="▪"/>
              <a:defRPr sz="1200">
                <a:solidFill>
                  <a:schemeClr val="accen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25"/>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Gill Sans"/>
                <a:ea typeface="Gill Sans"/>
                <a:cs typeface="Gill Sans"/>
                <a:sym typeface="Gill Sans"/>
              </a:defRPr>
            </a:lvl1pPr>
            <a:lvl2pPr indent="0" lvl="1" marL="0" algn="l">
              <a:spcBef>
                <a:spcPts val="0"/>
              </a:spcBef>
              <a:buNone/>
              <a:defRPr b="0" i="0" sz="1200" u="none" cap="none" strike="noStrike">
                <a:solidFill>
                  <a:schemeClr val="accent1"/>
                </a:solidFill>
                <a:latin typeface="Gill Sans"/>
                <a:ea typeface="Gill Sans"/>
                <a:cs typeface="Gill Sans"/>
                <a:sym typeface="Gill Sans"/>
              </a:defRPr>
            </a:lvl2pPr>
            <a:lvl3pPr indent="0" lvl="2" marL="0" algn="l">
              <a:spcBef>
                <a:spcPts val="0"/>
              </a:spcBef>
              <a:buNone/>
              <a:defRPr b="0" i="0" sz="1200" u="none" cap="none" strike="noStrike">
                <a:solidFill>
                  <a:schemeClr val="accent1"/>
                </a:solidFill>
                <a:latin typeface="Gill Sans"/>
                <a:ea typeface="Gill Sans"/>
                <a:cs typeface="Gill Sans"/>
                <a:sym typeface="Gill Sans"/>
              </a:defRPr>
            </a:lvl3pPr>
            <a:lvl4pPr indent="0" lvl="3" marL="0" algn="l">
              <a:spcBef>
                <a:spcPts val="0"/>
              </a:spcBef>
              <a:buNone/>
              <a:defRPr b="0" i="0" sz="1200" u="none" cap="none" strike="noStrike">
                <a:solidFill>
                  <a:schemeClr val="accent1"/>
                </a:solidFill>
                <a:latin typeface="Gill Sans"/>
                <a:ea typeface="Gill Sans"/>
                <a:cs typeface="Gill Sans"/>
                <a:sym typeface="Gill Sans"/>
              </a:defRPr>
            </a:lvl4pPr>
            <a:lvl5pPr indent="0" lvl="4" marL="0" algn="l">
              <a:spcBef>
                <a:spcPts val="0"/>
              </a:spcBef>
              <a:buNone/>
              <a:defRPr b="0" i="0" sz="1200" u="none" cap="none" strike="noStrike">
                <a:solidFill>
                  <a:schemeClr val="accent1"/>
                </a:solidFill>
                <a:latin typeface="Gill Sans"/>
                <a:ea typeface="Gill Sans"/>
                <a:cs typeface="Gill Sans"/>
                <a:sym typeface="Gill Sans"/>
              </a:defRPr>
            </a:lvl5pPr>
            <a:lvl6pPr indent="0" lvl="5" marL="0" algn="l">
              <a:spcBef>
                <a:spcPts val="0"/>
              </a:spcBef>
              <a:buNone/>
              <a:defRPr b="0" i="0" sz="1200" u="none" cap="none" strike="noStrike">
                <a:solidFill>
                  <a:schemeClr val="accent1"/>
                </a:solidFill>
                <a:latin typeface="Gill Sans"/>
                <a:ea typeface="Gill Sans"/>
                <a:cs typeface="Gill Sans"/>
                <a:sym typeface="Gill Sans"/>
              </a:defRPr>
            </a:lvl6pPr>
            <a:lvl7pPr indent="0" lvl="6" marL="0" algn="l">
              <a:spcBef>
                <a:spcPts val="0"/>
              </a:spcBef>
              <a:buNone/>
              <a:defRPr b="0" i="0" sz="1200" u="none" cap="none" strike="noStrike">
                <a:solidFill>
                  <a:schemeClr val="accent1"/>
                </a:solidFill>
                <a:latin typeface="Gill Sans"/>
                <a:ea typeface="Gill Sans"/>
                <a:cs typeface="Gill Sans"/>
                <a:sym typeface="Gill Sans"/>
              </a:defRPr>
            </a:lvl7pPr>
            <a:lvl8pPr indent="0" lvl="7" marL="0" algn="l">
              <a:spcBef>
                <a:spcPts val="0"/>
              </a:spcBef>
              <a:buNone/>
              <a:defRPr b="0" i="0" sz="1200" u="none" cap="none" strike="noStrike">
                <a:solidFill>
                  <a:schemeClr val="accent1"/>
                </a:solidFill>
                <a:latin typeface="Gill Sans"/>
                <a:ea typeface="Gill Sans"/>
                <a:cs typeface="Gill Sans"/>
                <a:sym typeface="Gill Sans"/>
              </a:defRPr>
            </a:lvl8pPr>
            <a:lvl9pPr indent="0" lvl="8" marL="0" algn="l">
              <a:spcBef>
                <a:spcPts val="0"/>
              </a:spcBef>
              <a:buNone/>
              <a:defRPr b="0" i="0" sz="1200" u="none" cap="none" strike="noStrike">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89" name="Google Shape;89;p25"/>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5"/>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1" name="Google Shape;91;p25"/>
          <p:cNvCxnSpPr/>
          <p:nvPr/>
        </p:nvCxnSpPr>
        <p:spPr>
          <a:xfrm>
            <a:off x="0" y="1037557"/>
            <a:ext cx="6096000" cy="0"/>
          </a:xfrm>
          <a:prstGeom prst="straightConnector1">
            <a:avLst/>
          </a:prstGeom>
          <a:noFill/>
          <a:ln cap="flat" cmpd="sng" w="15875">
            <a:solidFill>
              <a:schemeClr val="accent1"/>
            </a:solidFill>
            <a:prstDash val="solid"/>
            <a:miter lim="800000"/>
            <a:headEnd len="sm" w="sm" type="none"/>
            <a:tailEnd len="sm" w="sm" type="none"/>
          </a:ln>
        </p:spPr>
      </p:cxnSp>
      <p:cxnSp>
        <p:nvCxnSpPr>
          <p:cNvPr id="92" name="Google Shape;92;p25"/>
          <p:cNvCxnSpPr/>
          <p:nvPr/>
        </p:nvCxnSpPr>
        <p:spPr>
          <a:xfrm rot="10800000">
            <a:off x="6096000" y="0"/>
            <a:ext cx="0" cy="6439485"/>
          </a:xfrm>
          <a:prstGeom prst="straightConnector1">
            <a:avLst/>
          </a:prstGeom>
          <a:noFill/>
          <a:ln cap="flat" cmpd="sng" w="15875">
            <a:solidFill>
              <a:schemeClr val="accent1"/>
            </a:solidFill>
            <a:prstDash val="solid"/>
            <a:miter lim="800000"/>
            <a:headEnd len="sm" w="sm" type="none"/>
            <a:tailEnd len="sm" w="sm" type="none"/>
          </a:ln>
        </p:spPr>
      </p:cxnSp>
      <p:cxnSp>
        <p:nvCxnSpPr>
          <p:cNvPr id="93" name="Google Shape;93;p25"/>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content">
  <p:cSld name="Multiple content">
    <p:bg>
      <p:bgPr>
        <a:solidFill>
          <a:schemeClr val="accent1"/>
        </a:solidFill>
      </p:bgPr>
    </p:bg>
    <p:spTree>
      <p:nvGrpSpPr>
        <p:cNvPr id="94" name="Shape 94"/>
        <p:cNvGrpSpPr/>
        <p:nvPr/>
      </p:nvGrpSpPr>
      <p:grpSpPr>
        <a:xfrm>
          <a:off x="0" y="0"/>
          <a:ext cx="0" cy="0"/>
          <a:chOff x="0" y="0"/>
          <a:chExt cx="0" cy="0"/>
        </a:xfrm>
      </p:grpSpPr>
      <p:sp>
        <p:nvSpPr>
          <p:cNvPr id="95" name="Google Shape;95;p26"/>
          <p:cNvSpPr/>
          <p:nvPr>
            <p:ph idx="2" type="pic"/>
          </p:nvPr>
        </p:nvSpPr>
        <p:spPr>
          <a:xfrm>
            <a:off x="547796" y="1652080"/>
            <a:ext cx="4406901" cy="3124681"/>
          </a:xfrm>
          <a:prstGeom prst="rect">
            <a:avLst/>
          </a:prstGeom>
          <a:noFill/>
          <a:ln cap="flat" cmpd="sng" w="15875">
            <a:solidFill>
              <a:schemeClr val="dk1"/>
            </a:solidFill>
            <a:prstDash val="solid"/>
            <a:round/>
            <a:headEnd len="sm" w="sm" type="none"/>
            <a:tailEnd len="sm" w="sm" type="none"/>
          </a:ln>
        </p:spPr>
      </p:sp>
      <p:cxnSp>
        <p:nvCxnSpPr>
          <p:cNvPr id="96" name="Google Shape;96;p26"/>
          <p:cNvCxnSpPr/>
          <p:nvPr/>
        </p:nvCxnSpPr>
        <p:spPr>
          <a:xfrm>
            <a:off x="0" y="1037308"/>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97" name="Google Shape;97;p26"/>
          <p:cNvCxnSpPr/>
          <p:nvPr/>
        </p:nvCxnSpPr>
        <p:spPr>
          <a:xfrm rot="10800000">
            <a:off x="5476731" y="1037308"/>
            <a:ext cx="0" cy="5402177"/>
          </a:xfrm>
          <a:prstGeom prst="straightConnector1">
            <a:avLst/>
          </a:prstGeom>
          <a:noFill/>
          <a:ln cap="flat" cmpd="sng" w="15875">
            <a:solidFill>
              <a:schemeClr val="dk1"/>
            </a:solidFill>
            <a:prstDash val="solid"/>
            <a:miter lim="800000"/>
            <a:headEnd len="sm" w="sm" type="none"/>
            <a:tailEnd len="sm" w="sm" type="none"/>
          </a:ln>
        </p:spPr>
      </p:cxnSp>
      <p:cxnSp>
        <p:nvCxnSpPr>
          <p:cNvPr id="98" name="Google Shape;98;p26"/>
          <p:cNvCxnSpPr/>
          <p:nvPr/>
        </p:nvCxnSpPr>
        <p:spPr>
          <a:xfrm rot="10800000">
            <a:off x="8792556" y="1027906"/>
            <a:ext cx="0" cy="5411579"/>
          </a:xfrm>
          <a:prstGeom prst="straightConnector1">
            <a:avLst/>
          </a:prstGeom>
          <a:noFill/>
          <a:ln cap="flat" cmpd="sng" w="15875">
            <a:solidFill>
              <a:schemeClr val="dk1"/>
            </a:solidFill>
            <a:prstDash val="solid"/>
            <a:miter lim="800000"/>
            <a:headEnd len="sm" w="sm" type="none"/>
            <a:tailEnd len="sm" w="sm" type="none"/>
          </a:ln>
        </p:spPr>
      </p:cxnSp>
      <p:cxnSp>
        <p:nvCxnSpPr>
          <p:cNvPr id="99" name="Google Shape;99;p26"/>
          <p:cNvCxnSpPr/>
          <p:nvPr/>
        </p:nvCxnSpPr>
        <p:spPr>
          <a:xfrm>
            <a:off x="5476731" y="3833413"/>
            <a:ext cx="6715269" cy="0"/>
          </a:xfrm>
          <a:prstGeom prst="straightConnector1">
            <a:avLst/>
          </a:prstGeom>
          <a:noFill/>
          <a:ln cap="flat" cmpd="sng" w="15875">
            <a:solidFill>
              <a:schemeClr val="dk1"/>
            </a:solidFill>
            <a:prstDash val="solid"/>
            <a:miter lim="800000"/>
            <a:headEnd len="sm" w="sm" type="none"/>
            <a:tailEnd len="sm" w="sm" type="none"/>
          </a:ln>
        </p:spPr>
      </p:cxnSp>
      <p:cxnSp>
        <p:nvCxnSpPr>
          <p:cNvPr id="100" name="Google Shape;100;p26"/>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sp>
        <p:nvSpPr>
          <p:cNvPr id="101" name="Google Shape;101;p26"/>
          <p:cNvSpPr txBox="1"/>
          <p:nvPr>
            <p:ph type="title"/>
          </p:nvPr>
        </p:nvSpPr>
        <p:spPr>
          <a:xfrm>
            <a:off x="467868" y="54864"/>
            <a:ext cx="11256264" cy="9692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6"/>
          <p:cNvSpPr txBox="1"/>
          <p:nvPr>
            <p:ph idx="1" type="body"/>
          </p:nvPr>
        </p:nvSpPr>
        <p:spPr>
          <a:xfrm>
            <a:off x="9023483" y="1802860"/>
            <a:ext cx="2843784" cy="182734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26"/>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6"/>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6"/>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106" name="Google Shape;106;p26"/>
          <p:cNvSpPr txBox="1"/>
          <p:nvPr>
            <p:ph idx="3" type="body"/>
          </p:nvPr>
        </p:nvSpPr>
        <p:spPr>
          <a:xfrm>
            <a:off x="5634474" y="1802860"/>
            <a:ext cx="2843784" cy="182734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26"/>
          <p:cNvSpPr txBox="1"/>
          <p:nvPr>
            <p:ph idx="4" type="body"/>
          </p:nvPr>
        </p:nvSpPr>
        <p:spPr>
          <a:xfrm>
            <a:off x="5634474" y="1279472"/>
            <a:ext cx="2843784"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26"/>
          <p:cNvSpPr txBox="1"/>
          <p:nvPr>
            <p:ph idx="5" type="body"/>
          </p:nvPr>
        </p:nvSpPr>
        <p:spPr>
          <a:xfrm>
            <a:off x="9023483" y="1278001"/>
            <a:ext cx="2843784"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6"/>
          <p:cNvSpPr txBox="1"/>
          <p:nvPr>
            <p:ph idx="6" type="body"/>
          </p:nvPr>
        </p:nvSpPr>
        <p:spPr>
          <a:xfrm>
            <a:off x="9023483" y="4599432"/>
            <a:ext cx="2843784" cy="1645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26"/>
          <p:cNvSpPr txBox="1"/>
          <p:nvPr>
            <p:ph idx="7" type="body"/>
          </p:nvPr>
        </p:nvSpPr>
        <p:spPr>
          <a:xfrm>
            <a:off x="5634474" y="4599432"/>
            <a:ext cx="2843784" cy="1645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26"/>
          <p:cNvSpPr txBox="1"/>
          <p:nvPr>
            <p:ph idx="8" type="body"/>
          </p:nvPr>
        </p:nvSpPr>
        <p:spPr>
          <a:xfrm>
            <a:off x="5634474" y="4078224"/>
            <a:ext cx="2843784"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6"/>
          <p:cNvSpPr txBox="1"/>
          <p:nvPr>
            <p:ph idx="9" type="body"/>
          </p:nvPr>
        </p:nvSpPr>
        <p:spPr>
          <a:xfrm>
            <a:off x="9023483" y="4078224"/>
            <a:ext cx="2843784"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26"/>
          <p:cNvSpPr txBox="1"/>
          <p:nvPr>
            <p:ph idx="13" type="body"/>
          </p:nvPr>
        </p:nvSpPr>
        <p:spPr>
          <a:xfrm>
            <a:off x="1207008" y="5788152"/>
            <a:ext cx="3858768" cy="53246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26"/>
          <p:cNvSpPr txBox="1"/>
          <p:nvPr>
            <p:ph idx="14" type="body"/>
          </p:nvPr>
        </p:nvSpPr>
        <p:spPr>
          <a:xfrm>
            <a:off x="1207008" y="5266944"/>
            <a:ext cx="3858768" cy="4663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26"/>
          <p:cNvSpPr/>
          <p:nvPr>
            <p:ph idx="15" type="body"/>
          </p:nvPr>
        </p:nvSpPr>
        <p:spPr>
          <a:xfrm>
            <a:off x="11695176" y="3310128"/>
            <a:ext cx="292608" cy="292608"/>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1"/>
              </a:buClr>
              <a:buSzPts val="1600"/>
              <a:buNone/>
              <a:defRPr sz="1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26"/>
          <p:cNvSpPr/>
          <p:nvPr>
            <p:ph idx="16" type="body"/>
          </p:nvPr>
        </p:nvSpPr>
        <p:spPr>
          <a:xfrm>
            <a:off x="11695176" y="5897880"/>
            <a:ext cx="292608" cy="292608"/>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1"/>
              </a:buClr>
              <a:buSzPts val="1600"/>
              <a:buNone/>
              <a:defRPr sz="1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26"/>
          <p:cNvSpPr/>
          <p:nvPr>
            <p:ph idx="17" type="body"/>
          </p:nvPr>
        </p:nvSpPr>
        <p:spPr>
          <a:xfrm>
            <a:off x="8293608" y="3310128"/>
            <a:ext cx="292608" cy="292608"/>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1"/>
              </a:buClr>
              <a:buSzPts val="1600"/>
              <a:buNone/>
              <a:defRPr sz="1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6"/>
          <p:cNvSpPr/>
          <p:nvPr>
            <p:ph idx="18" type="body"/>
          </p:nvPr>
        </p:nvSpPr>
        <p:spPr>
          <a:xfrm>
            <a:off x="8293608" y="5897880"/>
            <a:ext cx="292608" cy="292608"/>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1"/>
              </a:buClr>
              <a:buSzPts val="1600"/>
              <a:buNone/>
              <a:defRPr sz="1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26"/>
          <p:cNvSpPr/>
          <p:nvPr>
            <p:ph idx="19" type="body"/>
          </p:nvPr>
        </p:nvSpPr>
        <p:spPr>
          <a:xfrm>
            <a:off x="548640" y="5330952"/>
            <a:ext cx="512064" cy="512064"/>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1000"/>
              </a:spcBef>
              <a:spcAft>
                <a:spcPts val="0"/>
              </a:spcAft>
              <a:buClr>
                <a:schemeClr val="dk1"/>
              </a:buClr>
              <a:buSzPts val="1600"/>
              <a:buNone/>
              <a:defRPr sz="16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bg>
      <p:bgPr>
        <a:solidFill>
          <a:srgbClr val="625241"/>
        </a:solidFill>
      </p:bgPr>
    </p:bg>
    <p:spTree>
      <p:nvGrpSpPr>
        <p:cNvPr id="120" name="Shape 120"/>
        <p:cNvGrpSpPr/>
        <p:nvPr/>
      </p:nvGrpSpPr>
      <p:grpSpPr>
        <a:xfrm>
          <a:off x="0" y="0"/>
          <a:ext cx="0" cy="0"/>
          <a:chOff x="0" y="0"/>
          <a:chExt cx="0" cy="0"/>
        </a:xfrm>
      </p:grpSpPr>
      <p:sp>
        <p:nvSpPr>
          <p:cNvPr id="121" name="Google Shape;121;p27"/>
          <p:cNvSpPr txBox="1"/>
          <p:nvPr>
            <p:ph type="title"/>
          </p:nvPr>
        </p:nvSpPr>
        <p:spPr>
          <a:xfrm>
            <a:off x="5833872" y="4389120"/>
            <a:ext cx="4709160" cy="164592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accent1"/>
              </a:buClr>
              <a:buSzPts val="7200"/>
              <a:buFont typeface="Arial"/>
              <a:buNone/>
              <a:defRPr sz="7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7"/>
          <p:cNvSpPr txBox="1"/>
          <p:nvPr>
            <p:ph idx="1" type="body"/>
          </p:nvPr>
        </p:nvSpPr>
        <p:spPr>
          <a:xfrm>
            <a:off x="2011680" y="2130552"/>
            <a:ext cx="8165592" cy="175564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accent1"/>
              </a:buClr>
              <a:buSzPts val="1800"/>
              <a:buNone/>
              <a:defRPr sz="1800">
                <a:solidFill>
                  <a:schemeClr val="accent1"/>
                </a:solidFill>
              </a:defRPr>
            </a:lvl1pPr>
            <a:lvl2pPr indent="-330200" lvl="1" marL="914400" algn="l">
              <a:lnSpc>
                <a:spcPct val="100000"/>
              </a:lnSpc>
              <a:spcBef>
                <a:spcPts val="500"/>
              </a:spcBef>
              <a:spcAft>
                <a:spcPts val="0"/>
              </a:spcAft>
              <a:buClr>
                <a:schemeClr val="accent1"/>
              </a:buClr>
              <a:buSzPts val="1600"/>
              <a:buFont typeface="Noto Sans Symbols"/>
              <a:buChar char="▪"/>
              <a:defRPr sz="1600">
                <a:solidFill>
                  <a:schemeClr val="accent1"/>
                </a:solidFill>
              </a:defRPr>
            </a:lvl2pPr>
            <a:lvl3pPr indent="-317500" lvl="2" marL="1371600" algn="l">
              <a:lnSpc>
                <a:spcPct val="100000"/>
              </a:lnSpc>
              <a:spcBef>
                <a:spcPts val="500"/>
              </a:spcBef>
              <a:spcAft>
                <a:spcPts val="0"/>
              </a:spcAft>
              <a:buClr>
                <a:schemeClr val="accent1"/>
              </a:buClr>
              <a:buSzPts val="1400"/>
              <a:buFont typeface="Noto Sans Symbols"/>
              <a:buChar char="▪"/>
              <a:defRPr sz="1400">
                <a:solidFill>
                  <a:schemeClr val="accent1"/>
                </a:solidFill>
              </a:defRPr>
            </a:lvl3pPr>
            <a:lvl4pPr indent="-304800" lvl="3" marL="1828800" algn="l">
              <a:lnSpc>
                <a:spcPct val="100000"/>
              </a:lnSpc>
              <a:spcBef>
                <a:spcPts val="500"/>
              </a:spcBef>
              <a:spcAft>
                <a:spcPts val="0"/>
              </a:spcAft>
              <a:buClr>
                <a:schemeClr val="accent1"/>
              </a:buClr>
              <a:buSzPts val="1200"/>
              <a:buFont typeface="Noto Sans Symbols"/>
              <a:buChar char="▪"/>
              <a:defRPr sz="1200">
                <a:solidFill>
                  <a:schemeClr val="accent1"/>
                </a:solidFill>
              </a:defRPr>
            </a:lvl4pPr>
            <a:lvl5pPr indent="-304800" lvl="4" marL="2286000" algn="l">
              <a:lnSpc>
                <a:spcPct val="100000"/>
              </a:lnSpc>
              <a:spcBef>
                <a:spcPts val="500"/>
              </a:spcBef>
              <a:spcAft>
                <a:spcPts val="0"/>
              </a:spcAft>
              <a:buClr>
                <a:schemeClr val="accent1"/>
              </a:buClr>
              <a:buSzPts val="1200"/>
              <a:buFont typeface="Noto Sans Symbols"/>
              <a:buChar char="▪"/>
              <a:defRPr sz="1200">
                <a:solidFill>
                  <a:schemeClr val="accen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7"/>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sz="1200">
                <a:solidFill>
                  <a:schemeClr val="accent1"/>
                </a:solidFill>
                <a:latin typeface="Gill Sans"/>
                <a:ea typeface="Gill Sans"/>
                <a:cs typeface="Gill Sans"/>
                <a:sym typeface="Gill Sans"/>
              </a:defRPr>
            </a:lvl1pPr>
            <a:lvl2pPr indent="0" lvl="1" marL="0" algn="l">
              <a:spcBef>
                <a:spcPts val="0"/>
              </a:spcBef>
              <a:buNone/>
              <a:defRPr sz="1200">
                <a:solidFill>
                  <a:schemeClr val="accent1"/>
                </a:solidFill>
                <a:latin typeface="Gill Sans"/>
                <a:ea typeface="Gill Sans"/>
                <a:cs typeface="Gill Sans"/>
                <a:sym typeface="Gill Sans"/>
              </a:defRPr>
            </a:lvl2pPr>
            <a:lvl3pPr indent="0" lvl="2" marL="0" algn="l">
              <a:spcBef>
                <a:spcPts val="0"/>
              </a:spcBef>
              <a:buNone/>
              <a:defRPr sz="1200">
                <a:solidFill>
                  <a:schemeClr val="accent1"/>
                </a:solidFill>
                <a:latin typeface="Gill Sans"/>
                <a:ea typeface="Gill Sans"/>
                <a:cs typeface="Gill Sans"/>
                <a:sym typeface="Gill Sans"/>
              </a:defRPr>
            </a:lvl3pPr>
            <a:lvl4pPr indent="0" lvl="3" marL="0" algn="l">
              <a:spcBef>
                <a:spcPts val="0"/>
              </a:spcBef>
              <a:buNone/>
              <a:defRPr sz="1200">
                <a:solidFill>
                  <a:schemeClr val="accent1"/>
                </a:solidFill>
                <a:latin typeface="Gill Sans"/>
                <a:ea typeface="Gill Sans"/>
                <a:cs typeface="Gill Sans"/>
                <a:sym typeface="Gill Sans"/>
              </a:defRPr>
            </a:lvl4pPr>
            <a:lvl5pPr indent="0" lvl="4" marL="0" algn="l">
              <a:spcBef>
                <a:spcPts val="0"/>
              </a:spcBef>
              <a:buNone/>
              <a:defRPr sz="1200">
                <a:solidFill>
                  <a:schemeClr val="accent1"/>
                </a:solidFill>
                <a:latin typeface="Gill Sans"/>
                <a:ea typeface="Gill Sans"/>
                <a:cs typeface="Gill Sans"/>
                <a:sym typeface="Gill Sans"/>
              </a:defRPr>
            </a:lvl5pPr>
            <a:lvl6pPr indent="0" lvl="5" marL="0" algn="l">
              <a:spcBef>
                <a:spcPts val="0"/>
              </a:spcBef>
              <a:buNone/>
              <a:defRPr sz="1200">
                <a:solidFill>
                  <a:schemeClr val="accent1"/>
                </a:solidFill>
                <a:latin typeface="Gill Sans"/>
                <a:ea typeface="Gill Sans"/>
                <a:cs typeface="Gill Sans"/>
                <a:sym typeface="Gill Sans"/>
              </a:defRPr>
            </a:lvl6pPr>
            <a:lvl7pPr indent="0" lvl="6" marL="0" algn="l">
              <a:spcBef>
                <a:spcPts val="0"/>
              </a:spcBef>
              <a:buNone/>
              <a:defRPr sz="1200">
                <a:solidFill>
                  <a:schemeClr val="accent1"/>
                </a:solidFill>
                <a:latin typeface="Gill Sans"/>
                <a:ea typeface="Gill Sans"/>
                <a:cs typeface="Gill Sans"/>
                <a:sym typeface="Gill Sans"/>
              </a:defRPr>
            </a:lvl7pPr>
            <a:lvl8pPr indent="0" lvl="7" marL="0" algn="l">
              <a:spcBef>
                <a:spcPts val="0"/>
              </a:spcBef>
              <a:buNone/>
              <a:defRPr sz="1200">
                <a:solidFill>
                  <a:schemeClr val="accent1"/>
                </a:solidFill>
                <a:latin typeface="Gill Sans"/>
                <a:ea typeface="Gill Sans"/>
                <a:cs typeface="Gill Sans"/>
                <a:sym typeface="Gill Sans"/>
              </a:defRPr>
            </a:lvl8pPr>
            <a:lvl9pPr indent="0" lvl="8" marL="0" algn="l">
              <a:spcBef>
                <a:spcPts val="0"/>
              </a:spcBef>
              <a:buNone/>
              <a:defRPr sz="1200">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124" name="Google Shape;124;p27"/>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7"/>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26" name="Google Shape;126;p27"/>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sp>
        <p:nvSpPr>
          <p:cNvPr id="127" name="Google Shape;127;p27"/>
          <p:cNvSpPr/>
          <p:nvPr/>
        </p:nvSpPr>
        <p:spPr>
          <a:xfrm>
            <a:off x="1509823" y="1188365"/>
            <a:ext cx="9172353" cy="4481269"/>
          </a:xfrm>
          <a:prstGeom prst="rect">
            <a:avLst/>
          </a:prstGeom>
          <a:noFill/>
          <a:ln cap="flat" cmpd="sng" w="158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cxnSp>
        <p:nvCxnSpPr>
          <p:cNvPr id="128" name="Google Shape;128;p27"/>
          <p:cNvCxnSpPr/>
          <p:nvPr/>
        </p:nvCxnSpPr>
        <p:spPr>
          <a:xfrm>
            <a:off x="0" y="5208047"/>
            <a:ext cx="5837756" cy="0"/>
          </a:xfrm>
          <a:prstGeom prst="straightConnector1">
            <a:avLst/>
          </a:prstGeom>
          <a:noFill/>
          <a:ln cap="flat" cmpd="sng" w="15875">
            <a:solidFill>
              <a:schemeClr val="accent1"/>
            </a:solidFill>
            <a:prstDash val="solid"/>
            <a:miter lim="800000"/>
            <a:headEnd len="sm" w="sm" type="none"/>
            <a:tailEnd len="sm" w="sm" type="none"/>
          </a:ln>
        </p:spPr>
      </p:cxnSp>
      <p:cxnSp>
        <p:nvCxnSpPr>
          <p:cNvPr id="129" name="Google Shape;129;p27"/>
          <p:cNvCxnSpPr/>
          <p:nvPr/>
        </p:nvCxnSpPr>
        <p:spPr>
          <a:xfrm>
            <a:off x="10546079" y="5220132"/>
            <a:ext cx="1645921"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3"/>
        </a:solidFill>
      </p:bgPr>
    </p:bg>
    <p:spTree>
      <p:nvGrpSpPr>
        <p:cNvPr id="130" name="Shape 130"/>
        <p:cNvGrpSpPr/>
        <p:nvPr/>
      </p:nvGrpSpPr>
      <p:grpSpPr>
        <a:xfrm>
          <a:off x="0" y="0"/>
          <a:ext cx="0" cy="0"/>
          <a:chOff x="0" y="0"/>
          <a:chExt cx="0" cy="0"/>
        </a:xfrm>
      </p:grpSpPr>
      <p:sp>
        <p:nvSpPr>
          <p:cNvPr id="131" name="Google Shape;131;p28"/>
          <p:cNvSpPr txBox="1"/>
          <p:nvPr>
            <p:ph type="title"/>
          </p:nvPr>
        </p:nvSpPr>
        <p:spPr>
          <a:xfrm>
            <a:off x="5495544" y="731520"/>
            <a:ext cx="5952744" cy="16459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28"/>
          <p:cNvSpPr/>
          <p:nvPr>
            <p:ph idx="2" type="pic"/>
          </p:nvPr>
        </p:nvSpPr>
        <p:spPr>
          <a:xfrm>
            <a:off x="0" y="0"/>
            <a:ext cx="4872540" cy="6858000"/>
          </a:xfrm>
          <a:prstGeom prst="rect">
            <a:avLst/>
          </a:prstGeom>
          <a:noFill/>
          <a:ln cap="flat" cmpd="sng" w="15875">
            <a:solidFill>
              <a:schemeClr val="dk1"/>
            </a:solidFill>
            <a:prstDash val="solid"/>
            <a:round/>
            <a:headEnd len="sm" w="sm" type="none"/>
            <a:tailEnd len="sm" w="sm" type="none"/>
          </a:ln>
        </p:spPr>
      </p:sp>
      <p:cxnSp>
        <p:nvCxnSpPr>
          <p:cNvPr id="133" name="Google Shape;133;p28"/>
          <p:cNvCxnSpPr/>
          <p:nvPr/>
        </p:nvCxnSpPr>
        <p:spPr>
          <a:xfrm>
            <a:off x="4863079" y="4150757"/>
            <a:ext cx="7328921" cy="0"/>
          </a:xfrm>
          <a:prstGeom prst="straightConnector1">
            <a:avLst/>
          </a:prstGeom>
          <a:noFill/>
          <a:ln cap="flat" cmpd="sng" w="15875">
            <a:solidFill>
              <a:schemeClr val="dk1"/>
            </a:solidFill>
            <a:prstDash val="solid"/>
            <a:miter lim="800000"/>
            <a:headEnd len="sm" w="sm" type="none"/>
            <a:tailEnd len="sm" w="sm" type="none"/>
          </a:ln>
        </p:spPr>
      </p:cxnSp>
      <p:cxnSp>
        <p:nvCxnSpPr>
          <p:cNvPr id="134" name="Google Shape;134;p28"/>
          <p:cNvCxnSpPr/>
          <p:nvPr/>
        </p:nvCxnSpPr>
        <p:spPr>
          <a:xfrm>
            <a:off x="4872540" y="5515589"/>
            <a:ext cx="7328921" cy="0"/>
          </a:xfrm>
          <a:prstGeom prst="straightConnector1">
            <a:avLst/>
          </a:prstGeom>
          <a:noFill/>
          <a:ln cap="flat" cmpd="sng" w="15875">
            <a:solidFill>
              <a:schemeClr val="dk1"/>
            </a:solidFill>
            <a:prstDash val="solid"/>
            <a:miter lim="800000"/>
            <a:headEnd len="sm" w="sm" type="none"/>
            <a:tailEnd len="sm" w="sm" type="none"/>
          </a:ln>
        </p:spPr>
      </p:cxnSp>
      <p:cxnSp>
        <p:nvCxnSpPr>
          <p:cNvPr id="135" name="Google Shape;135;p28"/>
          <p:cNvCxnSpPr/>
          <p:nvPr/>
        </p:nvCxnSpPr>
        <p:spPr>
          <a:xfrm>
            <a:off x="4872540" y="2766534"/>
            <a:ext cx="7328921" cy="0"/>
          </a:xfrm>
          <a:prstGeom prst="straightConnector1">
            <a:avLst/>
          </a:prstGeom>
          <a:noFill/>
          <a:ln cap="flat" cmpd="sng" w="15875">
            <a:solidFill>
              <a:schemeClr val="dk1"/>
            </a:solidFill>
            <a:prstDash val="solid"/>
            <a:miter lim="800000"/>
            <a:headEnd len="sm" w="sm" type="none"/>
            <a:tailEnd len="sm" w="sm" type="none"/>
          </a:ln>
        </p:spPr>
      </p:cxnSp>
      <p:sp>
        <p:nvSpPr>
          <p:cNvPr id="136" name="Google Shape;136;p28"/>
          <p:cNvSpPr txBox="1"/>
          <p:nvPr>
            <p:ph idx="1" type="body"/>
          </p:nvPr>
        </p:nvSpPr>
        <p:spPr>
          <a:xfrm>
            <a:off x="5495545" y="3191256"/>
            <a:ext cx="5953506" cy="73152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28"/>
          <p:cNvSpPr txBox="1"/>
          <p:nvPr>
            <p:ph idx="3" type="body"/>
          </p:nvPr>
        </p:nvSpPr>
        <p:spPr>
          <a:xfrm>
            <a:off x="5494782" y="4498848"/>
            <a:ext cx="5953506" cy="73152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28"/>
          <p:cNvSpPr txBox="1"/>
          <p:nvPr>
            <p:ph idx="4" type="body"/>
          </p:nvPr>
        </p:nvSpPr>
        <p:spPr>
          <a:xfrm>
            <a:off x="5494782" y="5797296"/>
            <a:ext cx="5953506" cy="73152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accent1"/>
        </a:solidFill>
      </p:bgPr>
    </p:bg>
    <p:spTree>
      <p:nvGrpSpPr>
        <p:cNvPr id="139" name="Shape 139"/>
        <p:cNvGrpSpPr/>
        <p:nvPr/>
      </p:nvGrpSpPr>
      <p:grpSpPr>
        <a:xfrm>
          <a:off x="0" y="0"/>
          <a:ext cx="0" cy="0"/>
          <a:chOff x="0" y="0"/>
          <a:chExt cx="0" cy="0"/>
        </a:xfrm>
      </p:grpSpPr>
      <p:sp>
        <p:nvSpPr>
          <p:cNvPr id="140" name="Google Shape;140;p29"/>
          <p:cNvSpPr txBox="1"/>
          <p:nvPr>
            <p:ph type="title"/>
          </p:nvPr>
        </p:nvSpPr>
        <p:spPr>
          <a:xfrm>
            <a:off x="2039112" y="54864"/>
            <a:ext cx="8165592" cy="9692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9"/>
          <p:cNvSpPr txBox="1"/>
          <p:nvPr>
            <p:ph idx="1" type="body"/>
          </p:nvPr>
        </p:nvSpPr>
        <p:spPr>
          <a:xfrm>
            <a:off x="987552" y="1444752"/>
            <a:ext cx="10287000" cy="4562856"/>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29"/>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143" name="Google Shape;143;p29"/>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45" name="Google Shape;145;p29"/>
          <p:cNvCxnSpPr/>
          <p:nvPr/>
        </p:nvCxnSpPr>
        <p:spPr>
          <a:xfrm>
            <a:off x="398366" y="1031955"/>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146" name="Google Shape;146;p29"/>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147" name="Google Shape;147;p29"/>
          <p:cNvCxnSpPr/>
          <p:nvPr/>
        </p:nvCxnSpPr>
        <p:spPr>
          <a:xfrm rot="10800000">
            <a:off x="398367"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148" name="Google Shape;148;p29"/>
          <p:cNvCxnSpPr/>
          <p:nvPr/>
        </p:nvCxnSpPr>
        <p:spPr>
          <a:xfrm rot="10800000">
            <a:off x="11793633" y="0"/>
            <a:ext cx="0" cy="6858000"/>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p:cSld name="Team x8">
    <p:bg>
      <p:bgPr>
        <a:solidFill>
          <a:schemeClr val="accent2"/>
        </a:solidFill>
      </p:bgPr>
    </p:bg>
    <p:spTree>
      <p:nvGrpSpPr>
        <p:cNvPr id="149" name="Shape 149"/>
        <p:cNvGrpSpPr/>
        <p:nvPr/>
      </p:nvGrpSpPr>
      <p:grpSpPr>
        <a:xfrm>
          <a:off x="0" y="0"/>
          <a:ext cx="0" cy="0"/>
          <a:chOff x="0" y="0"/>
          <a:chExt cx="0" cy="0"/>
        </a:xfrm>
      </p:grpSpPr>
      <p:sp>
        <p:nvSpPr>
          <p:cNvPr id="150" name="Google Shape;150;p30"/>
          <p:cNvSpPr txBox="1"/>
          <p:nvPr>
            <p:ph type="title"/>
          </p:nvPr>
        </p:nvSpPr>
        <p:spPr>
          <a:xfrm>
            <a:off x="2039112" y="192024"/>
            <a:ext cx="8165592" cy="72237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accent1"/>
              </a:buClr>
              <a:buSzPts val="40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30"/>
          <p:cNvSpPr/>
          <p:nvPr>
            <p:ph idx="2" type="pic"/>
          </p:nvPr>
        </p:nvSpPr>
        <p:spPr>
          <a:xfrm>
            <a:off x="1101852" y="1261872"/>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52" name="Google Shape;152;p30"/>
          <p:cNvSpPr txBox="1"/>
          <p:nvPr>
            <p:ph idx="1" type="body"/>
          </p:nvPr>
        </p:nvSpPr>
        <p:spPr>
          <a:xfrm>
            <a:off x="992124" y="2889504"/>
            <a:ext cx="1828800"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3" name="Google Shape;153;p30"/>
          <p:cNvSpPr txBox="1"/>
          <p:nvPr>
            <p:ph idx="3" type="body"/>
          </p:nvPr>
        </p:nvSpPr>
        <p:spPr>
          <a:xfrm>
            <a:off x="1060704" y="315468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4" name="Google Shape;154;p30"/>
          <p:cNvSpPr/>
          <p:nvPr>
            <p:ph idx="4" type="pic"/>
          </p:nvPr>
        </p:nvSpPr>
        <p:spPr>
          <a:xfrm>
            <a:off x="1101852" y="3877056"/>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55" name="Google Shape;155;p30"/>
          <p:cNvSpPr txBox="1"/>
          <p:nvPr>
            <p:ph idx="5" type="body"/>
          </p:nvPr>
        </p:nvSpPr>
        <p:spPr>
          <a:xfrm>
            <a:off x="978408" y="5477256"/>
            <a:ext cx="1856232"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6" name="Google Shape;156;p30"/>
          <p:cNvSpPr txBox="1"/>
          <p:nvPr>
            <p:ph idx="6" type="body"/>
          </p:nvPr>
        </p:nvSpPr>
        <p:spPr>
          <a:xfrm>
            <a:off x="1060704" y="576072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7" name="Google Shape;157;p30"/>
          <p:cNvSpPr/>
          <p:nvPr>
            <p:ph idx="7" type="pic"/>
          </p:nvPr>
        </p:nvSpPr>
        <p:spPr>
          <a:xfrm>
            <a:off x="3962764" y="1261872"/>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58" name="Google Shape;158;p30"/>
          <p:cNvSpPr txBox="1"/>
          <p:nvPr>
            <p:ph idx="8" type="body"/>
          </p:nvPr>
        </p:nvSpPr>
        <p:spPr>
          <a:xfrm>
            <a:off x="3853036" y="2889504"/>
            <a:ext cx="1828800"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9" name="Google Shape;159;p30"/>
          <p:cNvSpPr txBox="1"/>
          <p:nvPr>
            <p:ph idx="9" type="body"/>
          </p:nvPr>
        </p:nvSpPr>
        <p:spPr>
          <a:xfrm>
            <a:off x="3921616" y="315468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0" name="Google Shape;160;p30"/>
          <p:cNvSpPr/>
          <p:nvPr>
            <p:ph idx="13" type="pic"/>
          </p:nvPr>
        </p:nvSpPr>
        <p:spPr>
          <a:xfrm>
            <a:off x="3962764" y="3877056"/>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61" name="Google Shape;161;p30"/>
          <p:cNvSpPr txBox="1"/>
          <p:nvPr>
            <p:ph idx="14" type="body"/>
          </p:nvPr>
        </p:nvSpPr>
        <p:spPr>
          <a:xfrm>
            <a:off x="3839320" y="5477256"/>
            <a:ext cx="1856232"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2" name="Google Shape;162;p30"/>
          <p:cNvSpPr txBox="1"/>
          <p:nvPr>
            <p:ph idx="15" type="body"/>
          </p:nvPr>
        </p:nvSpPr>
        <p:spPr>
          <a:xfrm>
            <a:off x="3921616" y="576072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3" name="Google Shape;163;p30"/>
          <p:cNvSpPr/>
          <p:nvPr>
            <p:ph idx="16" type="pic"/>
          </p:nvPr>
        </p:nvSpPr>
        <p:spPr>
          <a:xfrm>
            <a:off x="6841853" y="1261872"/>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64" name="Google Shape;164;p30"/>
          <p:cNvSpPr txBox="1"/>
          <p:nvPr>
            <p:ph idx="17" type="body"/>
          </p:nvPr>
        </p:nvSpPr>
        <p:spPr>
          <a:xfrm>
            <a:off x="6732125" y="2889504"/>
            <a:ext cx="1828800"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5" name="Google Shape;165;p30"/>
          <p:cNvSpPr txBox="1"/>
          <p:nvPr>
            <p:ph idx="18" type="body"/>
          </p:nvPr>
        </p:nvSpPr>
        <p:spPr>
          <a:xfrm>
            <a:off x="6800705" y="315468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6" name="Google Shape;166;p30"/>
          <p:cNvSpPr/>
          <p:nvPr>
            <p:ph idx="19" type="pic"/>
          </p:nvPr>
        </p:nvSpPr>
        <p:spPr>
          <a:xfrm>
            <a:off x="6841853" y="3877056"/>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67" name="Google Shape;167;p30"/>
          <p:cNvSpPr txBox="1"/>
          <p:nvPr>
            <p:ph idx="20" type="body"/>
          </p:nvPr>
        </p:nvSpPr>
        <p:spPr>
          <a:xfrm>
            <a:off x="6718409" y="5477256"/>
            <a:ext cx="1856232"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8" name="Google Shape;168;p30"/>
          <p:cNvSpPr txBox="1"/>
          <p:nvPr>
            <p:ph idx="21" type="body"/>
          </p:nvPr>
        </p:nvSpPr>
        <p:spPr>
          <a:xfrm>
            <a:off x="6800705" y="576072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9" name="Google Shape;169;p30"/>
          <p:cNvSpPr/>
          <p:nvPr>
            <p:ph idx="22" type="pic"/>
          </p:nvPr>
        </p:nvSpPr>
        <p:spPr>
          <a:xfrm>
            <a:off x="9685057" y="1261872"/>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70" name="Google Shape;170;p30"/>
          <p:cNvSpPr txBox="1"/>
          <p:nvPr>
            <p:ph idx="23" type="body"/>
          </p:nvPr>
        </p:nvSpPr>
        <p:spPr>
          <a:xfrm>
            <a:off x="9575329" y="2889504"/>
            <a:ext cx="1828800"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1" name="Google Shape;171;p30"/>
          <p:cNvSpPr txBox="1"/>
          <p:nvPr>
            <p:ph idx="24" type="body"/>
          </p:nvPr>
        </p:nvSpPr>
        <p:spPr>
          <a:xfrm>
            <a:off x="9643909" y="315468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2" name="Google Shape;172;p30"/>
          <p:cNvSpPr/>
          <p:nvPr>
            <p:ph idx="25" type="pic"/>
          </p:nvPr>
        </p:nvSpPr>
        <p:spPr>
          <a:xfrm>
            <a:off x="9685057" y="3877056"/>
            <a:ext cx="1609344" cy="1609344"/>
          </a:xfrm>
          <a:prstGeom prst="rect">
            <a:avLst/>
          </a:prstGeom>
          <a:solidFill>
            <a:srgbClr val="B5A764"/>
          </a:solidFill>
          <a:ln cap="flat" cmpd="sng" w="15875">
            <a:solidFill>
              <a:schemeClr val="lt1"/>
            </a:solidFill>
            <a:prstDash val="solid"/>
            <a:round/>
            <a:headEnd len="sm" w="sm" type="none"/>
            <a:tailEnd len="sm" w="sm" type="none"/>
          </a:ln>
        </p:spPr>
      </p:sp>
      <p:sp>
        <p:nvSpPr>
          <p:cNvPr id="173" name="Google Shape;173;p30"/>
          <p:cNvSpPr txBox="1"/>
          <p:nvPr>
            <p:ph idx="26" type="body"/>
          </p:nvPr>
        </p:nvSpPr>
        <p:spPr>
          <a:xfrm>
            <a:off x="9561613" y="5477256"/>
            <a:ext cx="1856232" cy="310896"/>
          </a:xfrm>
          <a:prstGeom prst="rect">
            <a:avLst/>
          </a:prstGeom>
          <a:noFill/>
          <a:ln>
            <a:noFill/>
          </a:ln>
        </p:spPr>
        <p:txBody>
          <a:bodyPr anchorCtr="0" anchor="ctr" bIns="45700" lIns="0" spcFirstLastPara="1" rIns="0" wrap="square" tIns="45700">
            <a:noAutofit/>
          </a:bodyPr>
          <a:lstStyle>
            <a:lvl1pPr indent="-228600" lvl="0" marL="457200" algn="ctr">
              <a:lnSpc>
                <a:spcPct val="100000"/>
              </a:lnSpc>
              <a:spcBef>
                <a:spcPts val="0"/>
              </a:spcBef>
              <a:spcAft>
                <a:spcPts val="0"/>
              </a:spcAft>
              <a:buClr>
                <a:schemeClr val="accent1"/>
              </a:buClr>
              <a:buSzPts val="1400"/>
              <a:buNone/>
              <a:defRPr b="0" sz="1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4" name="Google Shape;174;p30"/>
          <p:cNvSpPr txBox="1"/>
          <p:nvPr>
            <p:ph idx="27" type="body"/>
          </p:nvPr>
        </p:nvSpPr>
        <p:spPr>
          <a:xfrm>
            <a:off x="9643909" y="5760720"/>
            <a:ext cx="1691640" cy="466344"/>
          </a:xfrm>
          <a:prstGeom prst="rect">
            <a:avLst/>
          </a:prstGeom>
          <a:solidFill>
            <a:schemeClr val="accent2"/>
          </a:solid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accent1"/>
              </a:buClr>
              <a:buSzPts val="1200"/>
              <a:buNone/>
              <a:defRPr b="0" sz="12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5" name="Google Shape;175;p30"/>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sz="1200">
                <a:solidFill>
                  <a:schemeClr val="accent1"/>
                </a:solidFill>
                <a:latin typeface="Gill Sans"/>
                <a:ea typeface="Gill Sans"/>
                <a:cs typeface="Gill Sans"/>
                <a:sym typeface="Gill Sans"/>
              </a:defRPr>
            </a:lvl1pPr>
            <a:lvl2pPr indent="0" lvl="1" marL="0" algn="l">
              <a:spcBef>
                <a:spcPts val="0"/>
              </a:spcBef>
              <a:buNone/>
              <a:defRPr sz="1200">
                <a:solidFill>
                  <a:schemeClr val="accent1"/>
                </a:solidFill>
                <a:latin typeface="Gill Sans"/>
                <a:ea typeface="Gill Sans"/>
                <a:cs typeface="Gill Sans"/>
                <a:sym typeface="Gill Sans"/>
              </a:defRPr>
            </a:lvl2pPr>
            <a:lvl3pPr indent="0" lvl="2" marL="0" algn="l">
              <a:spcBef>
                <a:spcPts val="0"/>
              </a:spcBef>
              <a:buNone/>
              <a:defRPr sz="1200">
                <a:solidFill>
                  <a:schemeClr val="accent1"/>
                </a:solidFill>
                <a:latin typeface="Gill Sans"/>
                <a:ea typeface="Gill Sans"/>
                <a:cs typeface="Gill Sans"/>
                <a:sym typeface="Gill Sans"/>
              </a:defRPr>
            </a:lvl3pPr>
            <a:lvl4pPr indent="0" lvl="3" marL="0" algn="l">
              <a:spcBef>
                <a:spcPts val="0"/>
              </a:spcBef>
              <a:buNone/>
              <a:defRPr sz="1200">
                <a:solidFill>
                  <a:schemeClr val="accent1"/>
                </a:solidFill>
                <a:latin typeface="Gill Sans"/>
                <a:ea typeface="Gill Sans"/>
                <a:cs typeface="Gill Sans"/>
                <a:sym typeface="Gill Sans"/>
              </a:defRPr>
            </a:lvl4pPr>
            <a:lvl5pPr indent="0" lvl="4" marL="0" algn="l">
              <a:spcBef>
                <a:spcPts val="0"/>
              </a:spcBef>
              <a:buNone/>
              <a:defRPr sz="1200">
                <a:solidFill>
                  <a:schemeClr val="accent1"/>
                </a:solidFill>
                <a:latin typeface="Gill Sans"/>
                <a:ea typeface="Gill Sans"/>
                <a:cs typeface="Gill Sans"/>
                <a:sym typeface="Gill Sans"/>
              </a:defRPr>
            </a:lvl5pPr>
            <a:lvl6pPr indent="0" lvl="5" marL="0" algn="l">
              <a:spcBef>
                <a:spcPts val="0"/>
              </a:spcBef>
              <a:buNone/>
              <a:defRPr sz="1200">
                <a:solidFill>
                  <a:schemeClr val="accent1"/>
                </a:solidFill>
                <a:latin typeface="Gill Sans"/>
                <a:ea typeface="Gill Sans"/>
                <a:cs typeface="Gill Sans"/>
                <a:sym typeface="Gill Sans"/>
              </a:defRPr>
            </a:lvl6pPr>
            <a:lvl7pPr indent="0" lvl="6" marL="0" algn="l">
              <a:spcBef>
                <a:spcPts val="0"/>
              </a:spcBef>
              <a:buNone/>
              <a:defRPr sz="1200">
                <a:solidFill>
                  <a:schemeClr val="accent1"/>
                </a:solidFill>
                <a:latin typeface="Gill Sans"/>
                <a:ea typeface="Gill Sans"/>
                <a:cs typeface="Gill Sans"/>
                <a:sym typeface="Gill Sans"/>
              </a:defRPr>
            </a:lvl7pPr>
            <a:lvl8pPr indent="0" lvl="7" marL="0" algn="l">
              <a:spcBef>
                <a:spcPts val="0"/>
              </a:spcBef>
              <a:buNone/>
              <a:defRPr sz="1200">
                <a:solidFill>
                  <a:schemeClr val="accent1"/>
                </a:solidFill>
                <a:latin typeface="Gill Sans"/>
                <a:ea typeface="Gill Sans"/>
                <a:cs typeface="Gill Sans"/>
                <a:sym typeface="Gill Sans"/>
              </a:defRPr>
            </a:lvl8pPr>
            <a:lvl9pPr indent="0" lvl="8" marL="0" algn="l">
              <a:spcBef>
                <a:spcPts val="0"/>
              </a:spcBef>
              <a:buNone/>
              <a:defRPr sz="1200">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176" name="Google Shape;176;p30"/>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30"/>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8" name="Google Shape;178;p30"/>
          <p:cNvCxnSpPr/>
          <p:nvPr/>
        </p:nvCxnSpPr>
        <p:spPr>
          <a:xfrm>
            <a:off x="0" y="3300220"/>
            <a:ext cx="12192000" cy="0"/>
          </a:xfrm>
          <a:prstGeom prst="straightConnector1">
            <a:avLst/>
          </a:prstGeom>
          <a:noFill/>
          <a:ln cap="flat" cmpd="sng" w="15875">
            <a:solidFill>
              <a:schemeClr val="accent1"/>
            </a:solidFill>
            <a:prstDash val="solid"/>
            <a:miter lim="800000"/>
            <a:headEnd len="sm" w="sm" type="none"/>
            <a:tailEnd len="sm" w="sm" type="none"/>
          </a:ln>
        </p:spPr>
      </p:cxnSp>
      <p:cxnSp>
        <p:nvCxnSpPr>
          <p:cNvPr id="179" name="Google Shape;179;p30"/>
          <p:cNvCxnSpPr/>
          <p:nvPr/>
        </p:nvCxnSpPr>
        <p:spPr>
          <a:xfrm>
            <a:off x="398366" y="1042465"/>
            <a:ext cx="11395267" cy="0"/>
          </a:xfrm>
          <a:prstGeom prst="straightConnector1">
            <a:avLst/>
          </a:prstGeom>
          <a:noFill/>
          <a:ln cap="flat" cmpd="sng" w="15875">
            <a:solidFill>
              <a:schemeClr val="accent1"/>
            </a:solidFill>
            <a:prstDash val="solid"/>
            <a:miter lim="800000"/>
            <a:headEnd len="sm" w="sm" type="none"/>
            <a:tailEnd len="sm" w="sm" type="none"/>
          </a:ln>
        </p:spPr>
      </p:cxnSp>
      <p:cxnSp>
        <p:nvCxnSpPr>
          <p:cNvPr id="180" name="Google Shape;180;p30"/>
          <p:cNvCxnSpPr/>
          <p:nvPr/>
        </p:nvCxnSpPr>
        <p:spPr>
          <a:xfrm rot="10800000">
            <a:off x="398367"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181" name="Google Shape;181;p30"/>
          <p:cNvCxnSpPr/>
          <p:nvPr/>
        </p:nvCxnSpPr>
        <p:spPr>
          <a:xfrm rot="10800000">
            <a:off x="11793633" y="0"/>
            <a:ext cx="0" cy="6858000"/>
          </a:xfrm>
          <a:prstGeom prst="straightConnector1">
            <a:avLst/>
          </a:prstGeom>
          <a:noFill/>
          <a:ln cap="flat" cmpd="sng" w="15875">
            <a:solidFill>
              <a:schemeClr val="accent1"/>
            </a:solidFill>
            <a:prstDash val="solid"/>
            <a:miter lim="800000"/>
            <a:headEnd len="sm" w="sm" type="none"/>
            <a:tailEnd len="sm" w="sm" type="none"/>
          </a:ln>
        </p:spPr>
      </p:cxnSp>
      <p:cxnSp>
        <p:nvCxnSpPr>
          <p:cNvPr id="182" name="Google Shape;182;p30"/>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cxnSp>
        <p:nvCxnSpPr>
          <p:cNvPr id="183" name="Google Shape;183;p30"/>
          <p:cNvCxnSpPr/>
          <p:nvPr/>
        </p:nvCxnSpPr>
        <p:spPr>
          <a:xfrm>
            <a:off x="0" y="5915157"/>
            <a:ext cx="12192000"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bg>
      <p:bgPr>
        <a:solidFill>
          <a:schemeClr val="dk2"/>
        </a:solidFill>
      </p:bgPr>
    </p:bg>
    <p:spTree>
      <p:nvGrpSpPr>
        <p:cNvPr id="184" name="Shape 184"/>
        <p:cNvGrpSpPr/>
        <p:nvPr/>
      </p:nvGrpSpPr>
      <p:grpSpPr>
        <a:xfrm>
          <a:off x="0" y="0"/>
          <a:ext cx="0" cy="0"/>
          <a:chOff x="0" y="0"/>
          <a:chExt cx="0" cy="0"/>
        </a:xfrm>
      </p:grpSpPr>
      <p:cxnSp>
        <p:nvCxnSpPr>
          <p:cNvPr id="185" name="Google Shape;185;p31"/>
          <p:cNvCxnSpPr/>
          <p:nvPr/>
        </p:nvCxnSpPr>
        <p:spPr>
          <a:xfrm>
            <a:off x="1565155" y="1983947"/>
            <a:ext cx="10626845" cy="0"/>
          </a:xfrm>
          <a:prstGeom prst="straightConnector1">
            <a:avLst/>
          </a:prstGeom>
          <a:noFill/>
          <a:ln cap="flat" cmpd="sng" w="15875">
            <a:solidFill>
              <a:schemeClr val="accent1"/>
            </a:solidFill>
            <a:prstDash val="solid"/>
            <a:miter lim="800000"/>
            <a:headEnd len="sm" w="sm" type="none"/>
            <a:tailEnd len="sm" w="sm" type="none"/>
          </a:ln>
        </p:spPr>
      </p:cxnSp>
      <p:sp>
        <p:nvSpPr>
          <p:cNvPr id="186" name="Google Shape;186;p31"/>
          <p:cNvSpPr txBox="1"/>
          <p:nvPr>
            <p:ph type="title"/>
          </p:nvPr>
        </p:nvSpPr>
        <p:spPr>
          <a:xfrm>
            <a:off x="640080" y="73152"/>
            <a:ext cx="3227832" cy="9692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0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31"/>
          <p:cNvSpPr/>
          <p:nvPr>
            <p:ph idx="2" type="pic"/>
          </p:nvPr>
        </p:nvSpPr>
        <p:spPr>
          <a:xfrm>
            <a:off x="594360" y="1481328"/>
            <a:ext cx="969264" cy="969264"/>
          </a:xfrm>
          <a:prstGeom prst="rect">
            <a:avLst/>
          </a:prstGeom>
          <a:solidFill>
            <a:srgbClr val="B5A764"/>
          </a:solidFill>
          <a:ln cap="flat" cmpd="sng" w="15875">
            <a:solidFill>
              <a:schemeClr val="accent1"/>
            </a:solidFill>
            <a:prstDash val="solid"/>
            <a:round/>
            <a:headEnd len="sm" w="sm" type="none"/>
            <a:tailEnd len="sm" w="sm" type="none"/>
          </a:ln>
        </p:spPr>
      </p:sp>
      <p:sp>
        <p:nvSpPr>
          <p:cNvPr id="188" name="Google Shape;188;p31"/>
          <p:cNvSpPr txBox="1"/>
          <p:nvPr>
            <p:ph idx="1" type="body"/>
          </p:nvPr>
        </p:nvSpPr>
        <p:spPr>
          <a:xfrm>
            <a:off x="512064" y="2743200"/>
            <a:ext cx="13898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9" name="Google Shape;189;p31"/>
          <p:cNvSpPr txBox="1"/>
          <p:nvPr>
            <p:ph idx="3" type="body"/>
          </p:nvPr>
        </p:nvSpPr>
        <p:spPr>
          <a:xfrm>
            <a:off x="512064" y="3218688"/>
            <a:ext cx="1801368" cy="148132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0" name="Google Shape;190;p31"/>
          <p:cNvSpPr/>
          <p:nvPr>
            <p:ph idx="4" type="pic"/>
          </p:nvPr>
        </p:nvSpPr>
        <p:spPr>
          <a:xfrm>
            <a:off x="3017520" y="1481328"/>
            <a:ext cx="969264" cy="969264"/>
          </a:xfrm>
          <a:prstGeom prst="rect">
            <a:avLst/>
          </a:prstGeom>
          <a:solidFill>
            <a:srgbClr val="B5A764"/>
          </a:solidFill>
          <a:ln cap="flat" cmpd="sng" w="15875">
            <a:solidFill>
              <a:schemeClr val="accent1"/>
            </a:solidFill>
            <a:prstDash val="solid"/>
            <a:round/>
            <a:headEnd len="sm" w="sm" type="none"/>
            <a:tailEnd len="sm" w="sm" type="none"/>
          </a:ln>
        </p:spPr>
      </p:sp>
      <p:sp>
        <p:nvSpPr>
          <p:cNvPr id="191" name="Google Shape;191;p31"/>
          <p:cNvSpPr txBox="1"/>
          <p:nvPr>
            <p:ph idx="5" type="body"/>
          </p:nvPr>
        </p:nvSpPr>
        <p:spPr>
          <a:xfrm>
            <a:off x="2916936" y="2743200"/>
            <a:ext cx="13898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2" name="Google Shape;192;p31"/>
          <p:cNvSpPr txBox="1"/>
          <p:nvPr>
            <p:ph idx="6" type="body"/>
          </p:nvPr>
        </p:nvSpPr>
        <p:spPr>
          <a:xfrm>
            <a:off x="2916936" y="3218688"/>
            <a:ext cx="1801368" cy="148132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3" name="Google Shape;193;p31"/>
          <p:cNvSpPr/>
          <p:nvPr>
            <p:ph idx="7" type="pic"/>
          </p:nvPr>
        </p:nvSpPr>
        <p:spPr>
          <a:xfrm>
            <a:off x="5440680" y="1481328"/>
            <a:ext cx="969264" cy="969264"/>
          </a:xfrm>
          <a:prstGeom prst="rect">
            <a:avLst/>
          </a:prstGeom>
          <a:solidFill>
            <a:srgbClr val="B5A764"/>
          </a:solidFill>
          <a:ln cap="flat" cmpd="sng" w="15875">
            <a:solidFill>
              <a:schemeClr val="accent1"/>
            </a:solidFill>
            <a:prstDash val="solid"/>
            <a:round/>
            <a:headEnd len="sm" w="sm" type="none"/>
            <a:tailEnd len="sm" w="sm" type="none"/>
          </a:ln>
        </p:spPr>
      </p:sp>
      <p:sp>
        <p:nvSpPr>
          <p:cNvPr id="194" name="Google Shape;194;p31"/>
          <p:cNvSpPr txBox="1"/>
          <p:nvPr>
            <p:ph idx="8" type="body"/>
          </p:nvPr>
        </p:nvSpPr>
        <p:spPr>
          <a:xfrm>
            <a:off x="5358384" y="2743200"/>
            <a:ext cx="13898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5" name="Google Shape;195;p31"/>
          <p:cNvSpPr txBox="1"/>
          <p:nvPr>
            <p:ph idx="9" type="body"/>
          </p:nvPr>
        </p:nvSpPr>
        <p:spPr>
          <a:xfrm>
            <a:off x="5358384" y="3218688"/>
            <a:ext cx="1801368" cy="148132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6" name="Google Shape;196;p31"/>
          <p:cNvSpPr/>
          <p:nvPr>
            <p:ph idx="13" type="pic"/>
          </p:nvPr>
        </p:nvSpPr>
        <p:spPr>
          <a:xfrm>
            <a:off x="7744968" y="1481328"/>
            <a:ext cx="969264" cy="969264"/>
          </a:xfrm>
          <a:prstGeom prst="rect">
            <a:avLst/>
          </a:prstGeom>
          <a:solidFill>
            <a:srgbClr val="B5A764"/>
          </a:solidFill>
          <a:ln cap="flat" cmpd="sng" w="15875">
            <a:solidFill>
              <a:schemeClr val="accent1"/>
            </a:solidFill>
            <a:prstDash val="solid"/>
            <a:round/>
            <a:headEnd len="sm" w="sm" type="none"/>
            <a:tailEnd len="sm" w="sm" type="none"/>
          </a:ln>
        </p:spPr>
      </p:sp>
      <p:sp>
        <p:nvSpPr>
          <p:cNvPr id="197" name="Google Shape;197;p31"/>
          <p:cNvSpPr txBox="1"/>
          <p:nvPr>
            <p:ph idx="14" type="body"/>
          </p:nvPr>
        </p:nvSpPr>
        <p:spPr>
          <a:xfrm>
            <a:off x="7644384" y="2743200"/>
            <a:ext cx="13898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8" name="Google Shape;198;p31"/>
          <p:cNvSpPr txBox="1"/>
          <p:nvPr>
            <p:ph idx="15" type="body"/>
          </p:nvPr>
        </p:nvSpPr>
        <p:spPr>
          <a:xfrm>
            <a:off x="7644384" y="3218688"/>
            <a:ext cx="1801368" cy="148132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9" name="Google Shape;199;p31"/>
          <p:cNvSpPr/>
          <p:nvPr>
            <p:ph idx="16" type="pic"/>
          </p:nvPr>
        </p:nvSpPr>
        <p:spPr>
          <a:xfrm>
            <a:off x="10204704" y="1481328"/>
            <a:ext cx="969264" cy="969264"/>
          </a:xfrm>
          <a:prstGeom prst="rect">
            <a:avLst/>
          </a:prstGeom>
          <a:solidFill>
            <a:srgbClr val="B5A764"/>
          </a:solidFill>
          <a:ln cap="flat" cmpd="sng" w="15875">
            <a:solidFill>
              <a:schemeClr val="accent1"/>
            </a:solidFill>
            <a:prstDash val="solid"/>
            <a:round/>
            <a:headEnd len="sm" w="sm" type="none"/>
            <a:tailEnd len="sm" w="sm" type="none"/>
          </a:ln>
        </p:spPr>
      </p:sp>
      <p:sp>
        <p:nvSpPr>
          <p:cNvPr id="200" name="Google Shape;200;p31"/>
          <p:cNvSpPr txBox="1"/>
          <p:nvPr>
            <p:ph idx="17" type="body"/>
          </p:nvPr>
        </p:nvSpPr>
        <p:spPr>
          <a:xfrm>
            <a:off x="10113264" y="2743200"/>
            <a:ext cx="1389888"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1" name="Google Shape;201;p31"/>
          <p:cNvSpPr txBox="1"/>
          <p:nvPr>
            <p:ph idx="18" type="body"/>
          </p:nvPr>
        </p:nvSpPr>
        <p:spPr>
          <a:xfrm>
            <a:off x="10113264" y="3218688"/>
            <a:ext cx="1801368" cy="148132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800"/>
              <a:buNone/>
              <a:defRPr b="0" sz="1800">
                <a:solidFill>
                  <a:schemeClr val="accent1"/>
                </a:solidFill>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2" name="Google Shape;202;p31"/>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sz="1200">
                <a:solidFill>
                  <a:schemeClr val="accent1"/>
                </a:solidFill>
                <a:latin typeface="Gill Sans"/>
                <a:ea typeface="Gill Sans"/>
                <a:cs typeface="Gill Sans"/>
                <a:sym typeface="Gill Sans"/>
              </a:defRPr>
            </a:lvl1pPr>
            <a:lvl2pPr indent="0" lvl="1" marL="0" algn="l">
              <a:spcBef>
                <a:spcPts val="0"/>
              </a:spcBef>
              <a:buNone/>
              <a:defRPr sz="1200">
                <a:solidFill>
                  <a:schemeClr val="accent1"/>
                </a:solidFill>
                <a:latin typeface="Gill Sans"/>
                <a:ea typeface="Gill Sans"/>
                <a:cs typeface="Gill Sans"/>
                <a:sym typeface="Gill Sans"/>
              </a:defRPr>
            </a:lvl2pPr>
            <a:lvl3pPr indent="0" lvl="2" marL="0" algn="l">
              <a:spcBef>
                <a:spcPts val="0"/>
              </a:spcBef>
              <a:buNone/>
              <a:defRPr sz="1200">
                <a:solidFill>
                  <a:schemeClr val="accent1"/>
                </a:solidFill>
                <a:latin typeface="Gill Sans"/>
                <a:ea typeface="Gill Sans"/>
                <a:cs typeface="Gill Sans"/>
                <a:sym typeface="Gill Sans"/>
              </a:defRPr>
            </a:lvl3pPr>
            <a:lvl4pPr indent="0" lvl="3" marL="0" algn="l">
              <a:spcBef>
                <a:spcPts val="0"/>
              </a:spcBef>
              <a:buNone/>
              <a:defRPr sz="1200">
                <a:solidFill>
                  <a:schemeClr val="accent1"/>
                </a:solidFill>
                <a:latin typeface="Gill Sans"/>
                <a:ea typeface="Gill Sans"/>
                <a:cs typeface="Gill Sans"/>
                <a:sym typeface="Gill Sans"/>
              </a:defRPr>
            </a:lvl4pPr>
            <a:lvl5pPr indent="0" lvl="4" marL="0" algn="l">
              <a:spcBef>
                <a:spcPts val="0"/>
              </a:spcBef>
              <a:buNone/>
              <a:defRPr sz="1200">
                <a:solidFill>
                  <a:schemeClr val="accent1"/>
                </a:solidFill>
                <a:latin typeface="Gill Sans"/>
                <a:ea typeface="Gill Sans"/>
                <a:cs typeface="Gill Sans"/>
                <a:sym typeface="Gill Sans"/>
              </a:defRPr>
            </a:lvl5pPr>
            <a:lvl6pPr indent="0" lvl="5" marL="0" algn="l">
              <a:spcBef>
                <a:spcPts val="0"/>
              </a:spcBef>
              <a:buNone/>
              <a:defRPr sz="1200">
                <a:solidFill>
                  <a:schemeClr val="accent1"/>
                </a:solidFill>
                <a:latin typeface="Gill Sans"/>
                <a:ea typeface="Gill Sans"/>
                <a:cs typeface="Gill Sans"/>
                <a:sym typeface="Gill Sans"/>
              </a:defRPr>
            </a:lvl6pPr>
            <a:lvl7pPr indent="0" lvl="6" marL="0" algn="l">
              <a:spcBef>
                <a:spcPts val="0"/>
              </a:spcBef>
              <a:buNone/>
              <a:defRPr sz="1200">
                <a:solidFill>
                  <a:schemeClr val="accent1"/>
                </a:solidFill>
                <a:latin typeface="Gill Sans"/>
                <a:ea typeface="Gill Sans"/>
                <a:cs typeface="Gill Sans"/>
                <a:sym typeface="Gill Sans"/>
              </a:defRPr>
            </a:lvl7pPr>
            <a:lvl8pPr indent="0" lvl="7" marL="0" algn="l">
              <a:spcBef>
                <a:spcPts val="0"/>
              </a:spcBef>
              <a:buNone/>
              <a:defRPr sz="1200">
                <a:solidFill>
                  <a:schemeClr val="accent1"/>
                </a:solidFill>
                <a:latin typeface="Gill Sans"/>
                <a:ea typeface="Gill Sans"/>
                <a:cs typeface="Gill Sans"/>
                <a:sym typeface="Gill Sans"/>
              </a:defRPr>
            </a:lvl8pPr>
            <a:lvl9pPr indent="0" lvl="8" marL="0" algn="l">
              <a:spcBef>
                <a:spcPts val="0"/>
              </a:spcBef>
              <a:buNone/>
              <a:defRPr sz="1200">
                <a:solidFill>
                  <a:schemeClr val="accent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203" name="Google Shape;203;p31"/>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31"/>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05" name="Google Shape;205;p31"/>
          <p:cNvCxnSpPr/>
          <p:nvPr/>
        </p:nvCxnSpPr>
        <p:spPr>
          <a:xfrm>
            <a:off x="3866404" y="522548"/>
            <a:ext cx="8325596" cy="0"/>
          </a:xfrm>
          <a:prstGeom prst="straightConnector1">
            <a:avLst/>
          </a:prstGeom>
          <a:noFill/>
          <a:ln cap="flat" cmpd="sng" w="15875">
            <a:solidFill>
              <a:schemeClr val="accent1"/>
            </a:solidFill>
            <a:prstDash val="solid"/>
            <a:miter lim="800000"/>
            <a:headEnd len="sm" w="sm" type="none"/>
            <a:tailEnd len="sm" w="sm" type="none"/>
          </a:ln>
        </p:spPr>
      </p:cxnSp>
      <p:cxnSp>
        <p:nvCxnSpPr>
          <p:cNvPr id="206" name="Google Shape;206;p31"/>
          <p:cNvCxnSpPr/>
          <p:nvPr/>
        </p:nvCxnSpPr>
        <p:spPr>
          <a:xfrm>
            <a:off x="0" y="5757057"/>
            <a:ext cx="8504858" cy="0"/>
          </a:xfrm>
          <a:prstGeom prst="straightConnector1">
            <a:avLst/>
          </a:prstGeom>
          <a:noFill/>
          <a:ln cap="flat" cmpd="sng" w="15875">
            <a:solidFill>
              <a:schemeClr val="accent1"/>
            </a:solidFill>
            <a:prstDash val="solid"/>
            <a:miter lim="800000"/>
            <a:headEnd len="sm" w="sm" type="none"/>
            <a:tailEnd len="sm" w="sm" type="none"/>
          </a:ln>
        </p:spPr>
      </p:cxnSp>
      <p:cxnSp>
        <p:nvCxnSpPr>
          <p:cNvPr id="207" name="Google Shape;207;p31"/>
          <p:cNvCxnSpPr/>
          <p:nvPr/>
        </p:nvCxnSpPr>
        <p:spPr>
          <a:xfrm>
            <a:off x="0" y="6439485"/>
            <a:ext cx="12192000" cy="0"/>
          </a:xfrm>
          <a:prstGeom prst="straightConnector1">
            <a:avLst/>
          </a:prstGeom>
          <a:noFill/>
          <a:ln cap="flat" cmpd="sng" w="15875">
            <a:solidFill>
              <a:schemeClr val="accent1"/>
            </a:solidFill>
            <a:prstDash val="solid"/>
            <a:miter lim="800000"/>
            <a:headEnd len="sm" w="sm" type="none"/>
            <a:tailEnd len="sm" w="sm" type="none"/>
          </a:ln>
        </p:spPr>
      </p:cxnSp>
      <p:sp>
        <p:nvSpPr>
          <p:cNvPr id="208" name="Google Shape;208;p31"/>
          <p:cNvSpPr txBox="1"/>
          <p:nvPr>
            <p:ph idx="19" type="body"/>
          </p:nvPr>
        </p:nvSpPr>
        <p:spPr>
          <a:xfrm>
            <a:off x="8836655" y="5143104"/>
            <a:ext cx="3355345" cy="1252728"/>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4000"/>
              <a:buNone/>
              <a:defRPr sz="40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accent1"/>
        </a:solidFill>
      </p:bgPr>
    </p:bg>
    <p:spTree>
      <p:nvGrpSpPr>
        <p:cNvPr id="209" name="Shape 209"/>
        <p:cNvGrpSpPr/>
        <p:nvPr/>
      </p:nvGrpSpPr>
      <p:grpSpPr>
        <a:xfrm>
          <a:off x="0" y="0"/>
          <a:ext cx="0" cy="0"/>
          <a:chOff x="0" y="0"/>
          <a:chExt cx="0" cy="0"/>
        </a:xfrm>
      </p:grpSpPr>
      <p:sp>
        <p:nvSpPr>
          <p:cNvPr id="210" name="Google Shape;210;p32"/>
          <p:cNvSpPr/>
          <p:nvPr/>
        </p:nvSpPr>
        <p:spPr>
          <a:xfrm>
            <a:off x="3886830" y="1031243"/>
            <a:ext cx="7906804" cy="5406242"/>
          </a:xfrm>
          <a:prstGeom prst="rect">
            <a:avLst/>
          </a:prstGeom>
          <a:solidFill>
            <a:srgbClr val="F4F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0ECE8"/>
              </a:solidFill>
              <a:latin typeface="Avenir"/>
              <a:ea typeface="Avenir"/>
              <a:cs typeface="Avenir"/>
              <a:sym typeface="Avenir"/>
            </a:endParaRPr>
          </a:p>
        </p:txBody>
      </p:sp>
      <p:sp>
        <p:nvSpPr>
          <p:cNvPr id="211" name="Google Shape;211;p32"/>
          <p:cNvSpPr/>
          <p:nvPr/>
        </p:nvSpPr>
        <p:spPr>
          <a:xfrm>
            <a:off x="409046" y="1042071"/>
            <a:ext cx="3455590" cy="5395417"/>
          </a:xfrm>
          <a:prstGeom prst="rect">
            <a:avLst/>
          </a:prstGeom>
          <a:solidFill>
            <a:srgbClr val="EAE7DB"/>
          </a:solidFill>
          <a:ln cap="flat" cmpd="sng" w="12700">
            <a:solidFill>
              <a:srgbClr val="DEDBD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12" name="Google Shape;212;p32"/>
          <p:cNvSpPr txBox="1"/>
          <p:nvPr>
            <p:ph type="title"/>
          </p:nvPr>
        </p:nvSpPr>
        <p:spPr>
          <a:xfrm>
            <a:off x="2039112" y="64008"/>
            <a:ext cx="8165592" cy="9692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32"/>
          <p:cNvSpPr txBox="1"/>
          <p:nvPr>
            <p:ph idx="1" type="body"/>
          </p:nvPr>
        </p:nvSpPr>
        <p:spPr>
          <a:xfrm>
            <a:off x="667512" y="1673352"/>
            <a:ext cx="2907792"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4" name="Google Shape;214;p32"/>
          <p:cNvSpPr txBox="1"/>
          <p:nvPr>
            <p:ph idx="2" type="body"/>
          </p:nvPr>
        </p:nvSpPr>
        <p:spPr>
          <a:xfrm>
            <a:off x="4114800" y="1307592"/>
            <a:ext cx="7598664" cy="1197864"/>
          </a:xfrm>
          <a:prstGeom prst="rect">
            <a:avLst/>
          </a:prstGeom>
          <a:noFill/>
          <a:ln>
            <a:noFill/>
          </a:ln>
        </p:spPr>
        <p:txBody>
          <a:bodyPr anchorCtr="0" anchor="ctr"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sz="1800"/>
            </a:lvl1pPr>
            <a:lvl2pPr indent="-330200" lvl="1" marL="914400" algn="l">
              <a:lnSpc>
                <a:spcPct val="100000"/>
              </a:lnSpc>
              <a:spcBef>
                <a:spcPts val="0"/>
              </a:spcBef>
              <a:spcAft>
                <a:spcPts val="0"/>
              </a:spcAft>
              <a:buClr>
                <a:schemeClr val="dk1"/>
              </a:buClr>
              <a:buSzPts val="1600"/>
              <a:buChar char="▪"/>
              <a:defRPr sz="1600"/>
            </a:lvl2pPr>
            <a:lvl3pPr indent="-317500" lvl="2" marL="1371600" algn="l">
              <a:lnSpc>
                <a:spcPct val="100000"/>
              </a:lnSpc>
              <a:spcBef>
                <a:spcPts val="0"/>
              </a:spcBef>
              <a:spcAft>
                <a:spcPts val="0"/>
              </a:spcAft>
              <a:buClr>
                <a:schemeClr val="dk1"/>
              </a:buClr>
              <a:buSzPts val="1400"/>
              <a:buChar char="▪"/>
              <a:defRPr sz="1400"/>
            </a:lvl3pPr>
            <a:lvl4pPr indent="-304800" lvl="3" marL="1828800" algn="l">
              <a:lnSpc>
                <a:spcPct val="100000"/>
              </a:lnSpc>
              <a:spcBef>
                <a:spcPts val="0"/>
              </a:spcBef>
              <a:spcAft>
                <a:spcPts val="0"/>
              </a:spcAft>
              <a:buClr>
                <a:schemeClr val="dk1"/>
              </a:buClr>
              <a:buSzPts val="1200"/>
              <a:buChar char="▪"/>
              <a:defRPr sz="1200"/>
            </a:lvl4pPr>
            <a:lvl5pPr indent="-304800" lvl="4" marL="2286000" algn="l">
              <a:lnSpc>
                <a:spcPct val="100000"/>
              </a:lnSpc>
              <a:spcBef>
                <a:spcPts val="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32"/>
          <p:cNvSpPr txBox="1"/>
          <p:nvPr>
            <p:ph idx="3" type="body"/>
          </p:nvPr>
        </p:nvSpPr>
        <p:spPr>
          <a:xfrm>
            <a:off x="667512" y="3452264"/>
            <a:ext cx="2907792"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6" name="Google Shape;216;p32"/>
          <p:cNvSpPr txBox="1"/>
          <p:nvPr>
            <p:ph idx="4" type="body"/>
          </p:nvPr>
        </p:nvSpPr>
        <p:spPr>
          <a:xfrm>
            <a:off x="4123102" y="3086504"/>
            <a:ext cx="7598664" cy="1197864"/>
          </a:xfrm>
          <a:prstGeom prst="rect">
            <a:avLst/>
          </a:prstGeom>
          <a:noFill/>
          <a:ln>
            <a:noFill/>
          </a:ln>
        </p:spPr>
        <p:txBody>
          <a:bodyPr anchorCtr="0" anchor="ctr"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sz="1800"/>
            </a:lvl1pPr>
            <a:lvl2pPr indent="-330200" lvl="1" marL="914400" algn="l">
              <a:lnSpc>
                <a:spcPct val="100000"/>
              </a:lnSpc>
              <a:spcBef>
                <a:spcPts val="0"/>
              </a:spcBef>
              <a:spcAft>
                <a:spcPts val="0"/>
              </a:spcAft>
              <a:buClr>
                <a:schemeClr val="dk1"/>
              </a:buClr>
              <a:buSzPts val="1600"/>
              <a:buChar char="▪"/>
              <a:defRPr sz="1600"/>
            </a:lvl2pPr>
            <a:lvl3pPr indent="-317500" lvl="2" marL="1371600" algn="l">
              <a:lnSpc>
                <a:spcPct val="100000"/>
              </a:lnSpc>
              <a:spcBef>
                <a:spcPts val="0"/>
              </a:spcBef>
              <a:spcAft>
                <a:spcPts val="0"/>
              </a:spcAft>
              <a:buClr>
                <a:schemeClr val="dk1"/>
              </a:buClr>
              <a:buSzPts val="1400"/>
              <a:buChar char="▪"/>
              <a:defRPr sz="1400"/>
            </a:lvl3pPr>
            <a:lvl4pPr indent="-304800" lvl="3" marL="1828800" algn="l">
              <a:lnSpc>
                <a:spcPct val="100000"/>
              </a:lnSpc>
              <a:spcBef>
                <a:spcPts val="0"/>
              </a:spcBef>
              <a:spcAft>
                <a:spcPts val="0"/>
              </a:spcAft>
              <a:buClr>
                <a:schemeClr val="dk1"/>
              </a:buClr>
              <a:buSzPts val="1200"/>
              <a:buChar char="▪"/>
              <a:defRPr sz="1200"/>
            </a:lvl4pPr>
            <a:lvl5pPr indent="-304800" lvl="4" marL="2286000" algn="l">
              <a:lnSpc>
                <a:spcPct val="100000"/>
              </a:lnSpc>
              <a:spcBef>
                <a:spcPts val="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32"/>
          <p:cNvSpPr txBox="1"/>
          <p:nvPr>
            <p:ph idx="5" type="body"/>
          </p:nvPr>
        </p:nvSpPr>
        <p:spPr>
          <a:xfrm>
            <a:off x="667512" y="5288457"/>
            <a:ext cx="2907792"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8" name="Google Shape;218;p32"/>
          <p:cNvSpPr txBox="1"/>
          <p:nvPr>
            <p:ph idx="6" type="body"/>
          </p:nvPr>
        </p:nvSpPr>
        <p:spPr>
          <a:xfrm>
            <a:off x="4114800" y="4922697"/>
            <a:ext cx="7598664" cy="1197864"/>
          </a:xfrm>
          <a:prstGeom prst="rect">
            <a:avLst/>
          </a:prstGeom>
          <a:noFill/>
          <a:ln>
            <a:noFill/>
          </a:ln>
        </p:spPr>
        <p:txBody>
          <a:bodyPr anchorCtr="0" anchor="ctr"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sz="1800"/>
            </a:lvl1pPr>
            <a:lvl2pPr indent="-330200" lvl="1" marL="914400" algn="l">
              <a:lnSpc>
                <a:spcPct val="100000"/>
              </a:lnSpc>
              <a:spcBef>
                <a:spcPts val="0"/>
              </a:spcBef>
              <a:spcAft>
                <a:spcPts val="0"/>
              </a:spcAft>
              <a:buClr>
                <a:schemeClr val="dk1"/>
              </a:buClr>
              <a:buSzPts val="1600"/>
              <a:buChar char="▪"/>
              <a:defRPr sz="1600"/>
            </a:lvl2pPr>
            <a:lvl3pPr indent="-317500" lvl="2" marL="1371600" algn="l">
              <a:lnSpc>
                <a:spcPct val="100000"/>
              </a:lnSpc>
              <a:spcBef>
                <a:spcPts val="0"/>
              </a:spcBef>
              <a:spcAft>
                <a:spcPts val="0"/>
              </a:spcAft>
              <a:buClr>
                <a:schemeClr val="dk1"/>
              </a:buClr>
              <a:buSzPts val="1400"/>
              <a:buChar char="▪"/>
              <a:defRPr sz="1400"/>
            </a:lvl3pPr>
            <a:lvl4pPr indent="-304800" lvl="3" marL="1828800" algn="l">
              <a:lnSpc>
                <a:spcPct val="100000"/>
              </a:lnSpc>
              <a:spcBef>
                <a:spcPts val="0"/>
              </a:spcBef>
              <a:spcAft>
                <a:spcPts val="0"/>
              </a:spcAft>
              <a:buClr>
                <a:schemeClr val="dk1"/>
              </a:buClr>
              <a:buSzPts val="1200"/>
              <a:buChar char="▪"/>
              <a:defRPr sz="1200"/>
            </a:lvl4pPr>
            <a:lvl5pPr indent="-304800" lvl="4" marL="2286000" algn="l">
              <a:lnSpc>
                <a:spcPct val="100000"/>
              </a:lnSpc>
              <a:spcBef>
                <a:spcPts val="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32"/>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20" name="Google Shape;220;p32"/>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32"/>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22" name="Google Shape;222;p32"/>
          <p:cNvCxnSpPr/>
          <p:nvPr/>
        </p:nvCxnSpPr>
        <p:spPr>
          <a:xfrm>
            <a:off x="398366" y="1038695"/>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23" name="Google Shape;223;p32"/>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224" name="Google Shape;224;p32"/>
          <p:cNvCxnSpPr/>
          <p:nvPr/>
        </p:nvCxnSpPr>
        <p:spPr>
          <a:xfrm rot="10800000">
            <a:off x="398367"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225" name="Google Shape;225;p32"/>
          <p:cNvCxnSpPr/>
          <p:nvPr/>
        </p:nvCxnSpPr>
        <p:spPr>
          <a:xfrm rot="10800000">
            <a:off x="11793633"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226" name="Google Shape;226;p32"/>
          <p:cNvCxnSpPr/>
          <p:nvPr/>
        </p:nvCxnSpPr>
        <p:spPr>
          <a:xfrm>
            <a:off x="398366" y="2767098"/>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27" name="Google Shape;227;p32"/>
          <p:cNvCxnSpPr/>
          <p:nvPr/>
        </p:nvCxnSpPr>
        <p:spPr>
          <a:xfrm>
            <a:off x="398366" y="4603773"/>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28" name="Google Shape;228;p32"/>
          <p:cNvCxnSpPr/>
          <p:nvPr/>
        </p:nvCxnSpPr>
        <p:spPr>
          <a:xfrm rot="10800000">
            <a:off x="3864636" y="1031243"/>
            <a:ext cx="0" cy="5407244"/>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1"/>
        </a:solidFill>
      </p:bgPr>
    </p:bg>
    <p:spTree>
      <p:nvGrpSpPr>
        <p:cNvPr id="229" name="Shape 229"/>
        <p:cNvGrpSpPr/>
        <p:nvPr/>
      </p:nvGrpSpPr>
      <p:grpSpPr>
        <a:xfrm>
          <a:off x="0" y="0"/>
          <a:ext cx="0" cy="0"/>
          <a:chOff x="0" y="0"/>
          <a:chExt cx="0" cy="0"/>
        </a:xfrm>
      </p:grpSpPr>
      <p:sp>
        <p:nvSpPr>
          <p:cNvPr id="230" name="Google Shape;230;p33"/>
          <p:cNvSpPr/>
          <p:nvPr/>
        </p:nvSpPr>
        <p:spPr>
          <a:xfrm>
            <a:off x="3886830" y="1031243"/>
            <a:ext cx="7906804" cy="5406242"/>
          </a:xfrm>
          <a:prstGeom prst="rect">
            <a:avLst/>
          </a:prstGeom>
          <a:solidFill>
            <a:srgbClr val="F4F3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0ECE8"/>
              </a:solidFill>
              <a:latin typeface="Avenir"/>
              <a:ea typeface="Avenir"/>
              <a:cs typeface="Avenir"/>
              <a:sym typeface="Avenir"/>
            </a:endParaRPr>
          </a:p>
        </p:txBody>
      </p:sp>
      <p:sp>
        <p:nvSpPr>
          <p:cNvPr id="231" name="Google Shape;231;p33"/>
          <p:cNvSpPr/>
          <p:nvPr/>
        </p:nvSpPr>
        <p:spPr>
          <a:xfrm>
            <a:off x="409046" y="1042071"/>
            <a:ext cx="3455590" cy="5395417"/>
          </a:xfrm>
          <a:prstGeom prst="rect">
            <a:avLst/>
          </a:prstGeom>
          <a:solidFill>
            <a:srgbClr val="EAE7DB"/>
          </a:solidFill>
          <a:ln cap="flat" cmpd="sng" w="12700">
            <a:solidFill>
              <a:srgbClr val="DEDBD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32" name="Google Shape;232;p33"/>
          <p:cNvSpPr txBox="1"/>
          <p:nvPr>
            <p:ph type="title"/>
          </p:nvPr>
        </p:nvSpPr>
        <p:spPr>
          <a:xfrm>
            <a:off x="2039112" y="64008"/>
            <a:ext cx="8165592" cy="9692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33"/>
          <p:cNvSpPr txBox="1"/>
          <p:nvPr>
            <p:ph idx="1" type="body"/>
          </p:nvPr>
        </p:nvSpPr>
        <p:spPr>
          <a:xfrm>
            <a:off x="667512" y="2155720"/>
            <a:ext cx="2907792"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34" name="Google Shape;234;p33"/>
          <p:cNvSpPr txBox="1"/>
          <p:nvPr>
            <p:ph idx="2" type="body"/>
          </p:nvPr>
        </p:nvSpPr>
        <p:spPr>
          <a:xfrm>
            <a:off x="4114800" y="1283336"/>
            <a:ext cx="7598664" cy="2211112"/>
          </a:xfrm>
          <a:prstGeom prst="rect">
            <a:avLst/>
          </a:prstGeom>
          <a:noFill/>
          <a:ln>
            <a:noFill/>
          </a:ln>
        </p:spPr>
        <p:txBody>
          <a:bodyPr anchorCtr="0" anchor="ctr"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sz="1800"/>
            </a:lvl1pPr>
            <a:lvl2pPr indent="-330200" lvl="1" marL="914400" algn="l">
              <a:lnSpc>
                <a:spcPct val="100000"/>
              </a:lnSpc>
              <a:spcBef>
                <a:spcPts val="0"/>
              </a:spcBef>
              <a:spcAft>
                <a:spcPts val="0"/>
              </a:spcAft>
              <a:buClr>
                <a:schemeClr val="dk1"/>
              </a:buClr>
              <a:buSzPts val="1600"/>
              <a:buChar char="▪"/>
              <a:defRPr sz="1600"/>
            </a:lvl2pPr>
            <a:lvl3pPr indent="-317500" lvl="2" marL="1371600" algn="l">
              <a:lnSpc>
                <a:spcPct val="100000"/>
              </a:lnSpc>
              <a:spcBef>
                <a:spcPts val="0"/>
              </a:spcBef>
              <a:spcAft>
                <a:spcPts val="0"/>
              </a:spcAft>
              <a:buClr>
                <a:schemeClr val="dk1"/>
              </a:buClr>
              <a:buSzPts val="1400"/>
              <a:buChar char="▪"/>
              <a:defRPr sz="1400"/>
            </a:lvl3pPr>
            <a:lvl4pPr indent="-304800" lvl="3" marL="1828800" algn="l">
              <a:lnSpc>
                <a:spcPct val="100000"/>
              </a:lnSpc>
              <a:spcBef>
                <a:spcPts val="0"/>
              </a:spcBef>
              <a:spcAft>
                <a:spcPts val="0"/>
              </a:spcAft>
              <a:buClr>
                <a:schemeClr val="dk1"/>
              </a:buClr>
              <a:buSzPts val="1200"/>
              <a:buChar char="▪"/>
              <a:defRPr sz="1200"/>
            </a:lvl4pPr>
            <a:lvl5pPr indent="-304800" lvl="4" marL="2286000" algn="l">
              <a:lnSpc>
                <a:spcPct val="100000"/>
              </a:lnSpc>
              <a:spcBef>
                <a:spcPts val="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 name="Google Shape;235;p33"/>
          <p:cNvSpPr txBox="1"/>
          <p:nvPr>
            <p:ph idx="3" type="body"/>
          </p:nvPr>
        </p:nvSpPr>
        <p:spPr>
          <a:xfrm>
            <a:off x="667512" y="4856116"/>
            <a:ext cx="2907792" cy="46634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36" name="Google Shape;236;p33"/>
          <p:cNvSpPr txBox="1"/>
          <p:nvPr>
            <p:ph idx="4" type="body"/>
          </p:nvPr>
        </p:nvSpPr>
        <p:spPr>
          <a:xfrm>
            <a:off x="4114800" y="3983732"/>
            <a:ext cx="7598664" cy="2211112"/>
          </a:xfrm>
          <a:prstGeom prst="rect">
            <a:avLst/>
          </a:prstGeom>
          <a:noFill/>
          <a:ln>
            <a:noFill/>
          </a:ln>
        </p:spPr>
        <p:txBody>
          <a:bodyPr anchorCtr="0" anchor="ctr" bIns="45700" lIns="91425" spcFirstLastPara="1" rIns="91425" wrap="square" tIns="45700">
            <a:noAutofit/>
          </a:bodyPr>
          <a:lstStyle>
            <a:lvl1pPr indent="-342900" lvl="0" marL="457200" algn="l">
              <a:lnSpc>
                <a:spcPct val="100000"/>
              </a:lnSpc>
              <a:spcBef>
                <a:spcPts val="0"/>
              </a:spcBef>
              <a:spcAft>
                <a:spcPts val="0"/>
              </a:spcAft>
              <a:buClr>
                <a:schemeClr val="dk1"/>
              </a:buClr>
              <a:buSzPts val="1800"/>
              <a:buChar char="▪"/>
              <a:defRPr sz="1800"/>
            </a:lvl1pPr>
            <a:lvl2pPr indent="-330200" lvl="1" marL="914400" algn="l">
              <a:lnSpc>
                <a:spcPct val="100000"/>
              </a:lnSpc>
              <a:spcBef>
                <a:spcPts val="0"/>
              </a:spcBef>
              <a:spcAft>
                <a:spcPts val="0"/>
              </a:spcAft>
              <a:buClr>
                <a:schemeClr val="dk1"/>
              </a:buClr>
              <a:buSzPts val="1600"/>
              <a:buChar char="▪"/>
              <a:defRPr sz="1600"/>
            </a:lvl2pPr>
            <a:lvl3pPr indent="-317500" lvl="2" marL="1371600" algn="l">
              <a:lnSpc>
                <a:spcPct val="100000"/>
              </a:lnSpc>
              <a:spcBef>
                <a:spcPts val="0"/>
              </a:spcBef>
              <a:spcAft>
                <a:spcPts val="0"/>
              </a:spcAft>
              <a:buClr>
                <a:schemeClr val="dk1"/>
              </a:buClr>
              <a:buSzPts val="1400"/>
              <a:buChar char="▪"/>
              <a:defRPr sz="1400"/>
            </a:lvl3pPr>
            <a:lvl4pPr indent="-304800" lvl="3" marL="1828800" algn="l">
              <a:lnSpc>
                <a:spcPct val="100000"/>
              </a:lnSpc>
              <a:spcBef>
                <a:spcPts val="0"/>
              </a:spcBef>
              <a:spcAft>
                <a:spcPts val="0"/>
              </a:spcAft>
              <a:buClr>
                <a:schemeClr val="dk1"/>
              </a:buClr>
              <a:buSzPts val="1200"/>
              <a:buChar char="▪"/>
              <a:defRPr sz="1200"/>
            </a:lvl4pPr>
            <a:lvl5pPr indent="-304800" lvl="4" marL="2286000" algn="l">
              <a:lnSpc>
                <a:spcPct val="100000"/>
              </a:lnSpc>
              <a:spcBef>
                <a:spcPts val="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33"/>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38" name="Google Shape;238;p33"/>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33"/>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40" name="Google Shape;240;p33"/>
          <p:cNvCxnSpPr/>
          <p:nvPr/>
        </p:nvCxnSpPr>
        <p:spPr>
          <a:xfrm>
            <a:off x="398366" y="1038695"/>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41" name="Google Shape;241;p33"/>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242" name="Google Shape;242;p33"/>
          <p:cNvCxnSpPr/>
          <p:nvPr/>
        </p:nvCxnSpPr>
        <p:spPr>
          <a:xfrm rot="10800000">
            <a:off x="398367"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243" name="Google Shape;243;p33"/>
          <p:cNvCxnSpPr/>
          <p:nvPr/>
        </p:nvCxnSpPr>
        <p:spPr>
          <a:xfrm rot="10800000">
            <a:off x="11793633"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244" name="Google Shape;244;p33"/>
          <p:cNvCxnSpPr/>
          <p:nvPr/>
        </p:nvCxnSpPr>
        <p:spPr>
          <a:xfrm>
            <a:off x="398366" y="3739090"/>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45" name="Google Shape;245;p33"/>
          <p:cNvCxnSpPr/>
          <p:nvPr/>
        </p:nvCxnSpPr>
        <p:spPr>
          <a:xfrm rot="10800000">
            <a:off x="3864636" y="1031243"/>
            <a:ext cx="0" cy="5407244"/>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accent1"/>
        </a:solidFill>
      </p:bgPr>
    </p:bg>
    <p:spTree>
      <p:nvGrpSpPr>
        <p:cNvPr id="246" name="Shape 246"/>
        <p:cNvGrpSpPr/>
        <p:nvPr/>
      </p:nvGrpSpPr>
      <p:grpSpPr>
        <a:xfrm>
          <a:off x="0" y="0"/>
          <a:ext cx="0" cy="0"/>
          <a:chOff x="0" y="0"/>
          <a:chExt cx="0" cy="0"/>
        </a:xfrm>
      </p:grpSpPr>
      <p:sp>
        <p:nvSpPr>
          <p:cNvPr id="247" name="Google Shape;247;p34"/>
          <p:cNvSpPr txBox="1"/>
          <p:nvPr>
            <p:ph type="title"/>
          </p:nvPr>
        </p:nvSpPr>
        <p:spPr>
          <a:xfrm>
            <a:off x="2039112" y="54864"/>
            <a:ext cx="8165592" cy="9692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34"/>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9" name="Google Shape;249;p34"/>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34"/>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51" name="Google Shape;251;p34"/>
          <p:cNvCxnSpPr/>
          <p:nvPr/>
        </p:nvCxnSpPr>
        <p:spPr>
          <a:xfrm>
            <a:off x="398366" y="1031955"/>
            <a:ext cx="11395267" cy="0"/>
          </a:xfrm>
          <a:prstGeom prst="straightConnector1">
            <a:avLst/>
          </a:prstGeom>
          <a:noFill/>
          <a:ln cap="flat" cmpd="sng" w="15875">
            <a:solidFill>
              <a:schemeClr val="dk1"/>
            </a:solidFill>
            <a:prstDash val="solid"/>
            <a:miter lim="800000"/>
            <a:headEnd len="sm" w="sm" type="none"/>
            <a:tailEnd len="sm" w="sm" type="none"/>
          </a:ln>
        </p:spPr>
      </p:cxnSp>
      <p:cxnSp>
        <p:nvCxnSpPr>
          <p:cNvPr id="252" name="Google Shape;252;p34"/>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cxnSp>
        <p:nvCxnSpPr>
          <p:cNvPr id="253" name="Google Shape;253;p34"/>
          <p:cNvCxnSpPr/>
          <p:nvPr/>
        </p:nvCxnSpPr>
        <p:spPr>
          <a:xfrm rot="10800000">
            <a:off x="398367" y="0"/>
            <a:ext cx="0" cy="6858000"/>
          </a:xfrm>
          <a:prstGeom prst="straightConnector1">
            <a:avLst/>
          </a:prstGeom>
          <a:noFill/>
          <a:ln cap="flat" cmpd="sng" w="15875">
            <a:solidFill>
              <a:schemeClr val="dk1"/>
            </a:solidFill>
            <a:prstDash val="solid"/>
            <a:miter lim="800000"/>
            <a:headEnd len="sm" w="sm" type="none"/>
            <a:tailEnd len="sm" w="sm" type="none"/>
          </a:ln>
        </p:spPr>
      </p:cxnSp>
      <p:cxnSp>
        <p:nvCxnSpPr>
          <p:cNvPr id="254" name="Google Shape;254;p34"/>
          <p:cNvCxnSpPr/>
          <p:nvPr/>
        </p:nvCxnSpPr>
        <p:spPr>
          <a:xfrm rot="10800000">
            <a:off x="11793633" y="0"/>
            <a:ext cx="0" cy="6858000"/>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255" name="Shape 255"/>
        <p:cNvGrpSpPr/>
        <p:nvPr/>
      </p:nvGrpSpPr>
      <p:grpSpPr>
        <a:xfrm>
          <a:off x="0" y="0"/>
          <a:ext cx="0" cy="0"/>
          <a:chOff x="0" y="0"/>
          <a:chExt cx="0" cy="0"/>
        </a:xfrm>
      </p:grpSpPr>
      <p:sp>
        <p:nvSpPr>
          <p:cNvPr id="256" name="Google Shape;256;p35"/>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35"/>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35"/>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259" name="Google Shape;259;p35"/>
          <p:cNvCxnSpPr/>
          <p:nvPr/>
        </p:nvCxnSpPr>
        <p:spPr>
          <a:xfrm>
            <a:off x="0" y="6439485"/>
            <a:ext cx="12192000" cy="0"/>
          </a:xfrm>
          <a:prstGeom prst="straightConnector1">
            <a:avLst/>
          </a:prstGeom>
          <a:noFill/>
          <a:ln cap="flat" cmpd="sng" w="15875">
            <a:solidFill>
              <a:schemeClr val="dk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1" name="Google Shape;1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3" name="Google Shape;13;p18"/>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dk1"/>
                </a:solidFill>
                <a:latin typeface="Gill Sans"/>
                <a:ea typeface="Gill Sans"/>
                <a:cs typeface="Gill Sans"/>
                <a:sym typeface="Gill Sans"/>
              </a:defRPr>
            </a:lvl1pPr>
            <a:lvl2pPr indent="0" lvl="1" marL="0" marR="0" rtl="0" algn="l">
              <a:spcBef>
                <a:spcPts val="0"/>
              </a:spcBef>
              <a:buNone/>
              <a:defRPr b="0" i="0" sz="1200" u="none" cap="none" strike="noStrike">
                <a:solidFill>
                  <a:schemeClr val="dk1"/>
                </a:solidFill>
                <a:latin typeface="Gill Sans"/>
                <a:ea typeface="Gill Sans"/>
                <a:cs typeface="Gill Sans"/>
                <a:sym typeface="Gill Sans"/>
              </a:defRPr>
            </a:lvl2pPr>
            <a:lvl3pPr indent="0" lvl="2" marL="0" marR="0" rtl="0" algn="l">
              <a:spcBef>
                <a:spcPts val="0"/>
              </a:spcBef>
              <a:buNone/>
              <a:defRPr b="0" i="0" sz="1200" u="none" cap="none" strike="noStrike">
                <a:solidFill>
                  <a:schemeClr val="dk1"/>
                </a:solidFill>
                <a:latin typeface="Gill Sans"/>
                <a:ea typeface="Gill Sans"/>
                <a:cs typeface="Gill Sans"/>
                <a:sym typeface="Gill Sans"/>
              </a:defRPr>
            </a:lvl3pPr>
            <a:lvl4pPr indent="0" lvl="3" marL="0" marR="0" rtl="0" algn="l">
              <a:spcBef>
                <a:spcPts val="0"/>
              </a:spcBef>
              <a:buNone/>
              <a:defRPr b="0" i="0" sz="1200" u="none" cap="none" strike="noStrike">
                <a:solidFill>
                  <a:schemeClr val="dk1"/>
                </a:solidFill>
                <a:latin typeface="Gill Sans"/>
                <a:ea typeface="Gill Sans"/>
                <a:cs typeface="Gill Sans"/>
                <a:sym typeface="Gill Sans"/>
              </a:defRPr>
            </a:lvl4pPr>
            <a:lvl5pPr indent="0" lvl="4" marL="0" marR="0" rtl="0" algn="l">
              <a:spcBef>
                <a:spcPts val="0"/>
              </a:spcBef>
              <a:buNone/>
              <a:defRPr b="0" i="0" sz="1200" u="none" cap="none" strike="noStrike">
                <a:solidFill>
                  <a:schemeClr val="dk1"/>
                </a:solidFill>
                <a:latin typeface="Gill Sans"/>
                <a:ea typeface="Gill Sans"/>
                <a:cs typeface="Gill Sans"/>
                <a:sym typeface="Gill Sans"/>
              </a:defRPr>
            </a:lvl5pPr>
            <a:lvl6pPr indent="0" lvl="5" marL="0" marR="0" rtl="0" algn="l">
              <a:spcBef>
                <a:spcPts val="0"/>
              </a:spcBef>
              <a:buNone/>
              <a:defRPr b="0" i="0" sz="1200" u="none" cap="none" strike="noStrike">
                <a:solidFill>
                  <a:schemeClr val="dk1"/>
                </a:solidFill>
                <a:latin typeface="Gill Sans"/>
                <a:ea typeface="Gill Sans"/>
                <a:cs typeface="Gill Sans"/>
                <a:sym typeface="Gill Sans"/>
              </a:defRPr>
            </a:lvl6pPr>
            <a:lvl7pPr indent="0" lvl="6" marL="0" marR="0" rtl="0" algn="l">
              <a:spcBef>
                <a:spcPts val="0"/>
              </a:spcBef>
              <a:buNone/>
              <a:defRPr b="0" i="0" sz="1200" u="none" cap="none" strike="noStrike">
                <a:solidFill>
                  <a:schemeClr val="dk1"/>
                </a:solidFill>
                <a:latin typeface="Gill Sans"/>
                <a:ea typeface="Gill Sans"/>
                <a:cs typeface="Gill Sans"/>
                <a:sym typeface="Gill Sans"/>
              </a:defRPr>
            </a:lvl7pPr>
            <a:lvl8pPr indent="0" lvl="7" marL="0" marR="0" rtl="0" algn="l">
              <a:spcBef>
                <a:spcPts val="0"/>
              </a:spcBef>
              <a:buNone/>
              <a:defRPr b="0" i="0" sz="1200" u="none" cap="none" strike="noStrike">
                <a:solidFill>
                  <a:schemeClr val="dk1"/>
                </a:solidFill>
                <a:latin typeface="Gill Sans"/>
                <a:ea typeface="Gill Sans"/>
                <a:cs typeface="Gill Sans"/>
                <a:sym typeface="Gill Sans"/>
              </a:defRPr>
            </a:lvl8pPr>
            <a:lvl9pPr indent="0" lvl="8" marL="0" marR="0" rtl="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14" name="Google Shape;14;p18"/>
          <p:cNvSpPr txBox="1"/>
          <p:nvPr>
            <p:ph idx="11" type="ftr"/>
          </p:nvPr>
        </p:nvSpPr>
        <p:spPr>
          <a:xfrm>
            <a:off x="4808250" y="6517634"/>
            <a:ext cx="2572870" cy="27432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hyperlink" Target="https://www.linkedin.com/in/tonyodhiamb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
          <p:cNvSpPr txBox="1"/>
          <p:nvPr>
            <p:ph type="ctrTitle"/>
          </p:nvPr>
        </p:nvSpPr>
        <p:spPr>
          <a:xfrm>
            <a:off x="1289143" y="3471867"/>
            <a:ext cx="6867144" cy="2386584"/>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FFFF00"/>
              </a:buClr>
              <a:buSzPts val="5400"/>
              <a:buFont typeface="DM Sans Medium"/>
              <a:buNone/>
            </a:pPr>
            <a:r>
              <a:rPr lang="en-GB" sz="5400">
                <a:solidFill>
                  <a:srgbClr val="FFFF00"/>
                </a:solidFill>
                <a:latin typeface="DM Sans Medium"/>
                <a:ea typeface="DM Sans Medium"/>
                <a:cs typeface="DM Sans Medium"/>
                <a:sym typeface="DM Sans Medium"/>
              </a:rPr>
              <a:t>College</a:t>
            </a:r>
            <a:br>
              <a:rPr lang="en-GB" sz="5400">
                <a:solidFill>
                  <a:srgbClr val="FFFF00"/>
                </a:solidFill>
                <a:latin typeface="DM Sans Medium"/>
                <a:ea typeface="DM Sans Medium"/>
                <a:cs typeface="DM Sans Medium"/>
                <a:sym typeface="DM Sans Medium"/>
              </a:rPr>
            </a:br>
            <a:r>
              <a:rPr lang="en-GB" sz="5400">
                <a:solidFill>
                  <a:schemeClr val="lt1"/>
                </a:solidFill>
                <a:latin typeface="DM Sans Medium"/>
                <a:ea typeface="DM Sans Medium"/>
                <a:cs typeface="DM Sans Medium"/>
                <a:sym typeface="DM Sans Medium"/>
              </a:rPr>
              <a:t>Applications</a:t>
            </a:r>
            <a:br>
              <a:rPr lang="en-GB" sz="5400">
                <a:solidFill>
                  <a:srgbClr val="FFFF00"/>
                </a:solidFill>
                <a:latin typeface="DM Sans Medium"/>
                <a:ea typeface="DM Sans Medium"/>
                <a:cs typeface="DM Sans Medium"/>
                <a:sym typeface="DM Sans Medium"/>
              </a:rPr>
            </a:br>
            <a:r>
              <a:rPr lang="en-GB" sz="5400">
                <a:solidFill>
                  <a:srgbClr val="00B0F0"/>
                </a:solidFill>
                <a:latin typeface="DM Sans Medium"/>
                <a:ea typeface="DM Sans Medium"/>
                <a:cs typeface="DM Sans Medium"/>
                <a:sym typeface="DM Sans Medium"/>
              </a:rPr>
              <a:t>101</a:t>
            </a:r>
            <a:endParaRPr sz="5400">
              <a:solidFill>
                <a:srgbClr val="00B0F0"/>
              </a:solidFill>
              <a:latin typeface="DM Sans Medium"/>
              <a:ea typeface="DM Sans Medium"/>
              <a:cs typeface="DM Sans Medium"/>
              <a:sym typeface="DM Sans Medium"/>
            </a:endParaRPr>
          </a:p>
        </p:txBody>
      </p:sp>
      <p:sp>
        <p:nvSpPr>
          <p:cNvPr id="265" name="Google Shape;265;p1"/>
          <p:cNvSpPr txBox="1"/>
          <p:nvPr>
            <p:ph idx="1" type="subTitle"/>
          </p:nvPr>
        </p:nvSpPr>
        <p:spPr>
          <a:xfrm>
            <a:off x="6106758" y="5971032"/>
            <a:ext cx="4202885" cy="53035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2000"/>
              <a:buNone/>
            </a:pPr>
            <a:r>
              <a:rPr lang="en-GB">
                <a:latin typeface="DM Sans Medium"/>
                <a:ea typeface="DM Sans Medium"/>
                <a:cs typeface="DM Sans Medium"/>
                <a:sym typeface="DM Sans Medium"/>
              </a:rPr>
              <a:t>a presentation by </a:t>
            </a:r>
            <a:r>
              <a:rPr lang="en-GB">
                <a:solidFill>
                  <a:srgbClr val="0070C0"/>
                </a:solidFill>
                <a:latin typeface="DM Sans Medium"/>
                <a:ea typeface="DM Sans Medium"/>
                <a:cs typeface="DM Sans Medium"/>
                <a:sym typeface="DM Sans Medium"/>
              </a:rPr>
              <a:t>tony odhiambo</a:t>
            </a:r>
            <a:endParaRPr>
              <a:solidFill>
                <a:srgbClr val="0070C0"/>
              </a:solidFill>
              <a:latin typeface="DM Sans Medium"/>
              <a:ea typeface="DM Sans Medium"/>
              <a:cs typeface="DM Sans Medium"/>
              <a:sym typeface="DM Sans Medium"/>
            </a:endParaRPr>
          </a:p>
          <a:p>
            <a:pPr indent="0" lvl="0" marL="0" rtl="0" algn="ctr">
              <a:lnSpc>
                <a:spcPct val="90000"/>
              </a:lnSpc>
              <a:spcBef>
                <a:spcPts val="1000"/>
              </a:spcBef>
              <a:spcAft>
                <a:spcPts val="0"/>
              </a:spcAft>
              <a:buClr>
                <a:schemeClr val="accent1"/>
              </a:buClr>
              <a:buSzPts val="2000"/>
              <a:buNone/>
            </a:pPr>
            <a:r>
              <a:t/>
            </a:r>
            <a:endParaRPr>
              <a:latin typeface="DM Sans Medium"/>
              <a:ea typeface="DM Sans Medium"/>
              <a:cs typeface="DM Sans Medium"/>
              <a:sym typeface="DM Sans Medium"/>
            </a:endParaRPr>
          </a:p>
        </p:txBody>
      </p:sp>
      <p:pic>
        <p:nvPicPr>
          <p:cNvPr id="266" name="Google Shape;266;p1"/>
          <p:cNvPicPr preferRelativeResize="0"/>
          <p:nvPr/>
        </p:nvPicPr>
        <p:blipFill rotWithShape="1">
          <a:blip r:embed="rId3">
            <a:alphaModFix/>
          </a:blip>
          <a:srcRect b="0" l="0" r="0" t="0"/>
          <a:stretch/>
        </p:blipFill>
        <p:spPr>
          <a:xfrm>
            <a:off x="838900" y="431828"/>
            <a:ext cx="3488711" cy="2327086"/>
          </a:xfrm>
          <a:prstGeom prst="rect">
            <a:avLst/>
          </a:prstGeom>
          <a:noFill/>
          <a:ln>
            <a:noFill/>
          </a:ln>
        </p:spPr>
      </p:pic>
      <p:pic>
        <p:nvPicPr>
          <p:cNvPr id="267" name="Google Shape;267;p1"/>
          <p:cNvPicPr preferRelativeResize="0"/>
          <p:nvPr/>
        </p:nvPicPr>
        <p:blipFill rotWithShape="1">
          <a:blip r:embed="rId4">
            <a:alphaModFix/>
          </a:blip>
          <a:srcRect b="0" l="0" r="0" t="0"/>
          <a:stretch/>
        </p:blipFill>
        <p:spPr>
          <a:xfrm>
            <a:off x="4327611" y="431828"/>
            <a:ext cx="3880590" cy="2327086"/>
          </a:xfrm>
          <a:prstGeom prst="rect">
            <a:avLst/>
          </a:prstGeom>
          <a:noFill/>
          <a:ln>
            <a:noFill/>
          </a:ln>
        </p:spPr>
      </p:pic>
      <p:pic>
        <p:nvPicPr>
          <p:cNvPr id="268" name="Google Shape;268;p1"/>
          <p:cNvPicPr preferRelativeResize="0"/>
          <p:nvPr/>
        </p:nvPicPr>
        <p:blipFill rotWithShape="1">
          <a:blip r:embed="rId5">
            <a:alphaModFix/>
          </a:blip>
          <a:srcRect b="0" l="0" r="0" t="0"/>
          <a:stretch/>
        </p:blipFill>
        <p:spPr>
          <a:xfrm>
            <a:off x="8208201" y="431828"/>
            <a:ext cx="3488711" cy="23269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
          <p:cNvSpPr txBox="1"/>
          <p:nvPr>
            <p:ph type="title"/>
          </p:nvPr>
        </p:nvSpPr>
        <p:spPr>
          <a:xfrm>
            <a:off x="5495544" y="0"/>
            <a:ext cx="4370832" cy="219456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7200"/>
              <a:buFont typeface="DM Sans Medium"/>
              <a:buNone/>
            </a:pPr>
            <a:r>
              <a:rPr lang="en-GB">
                <a:latin typeface="DM Sans Medium"/>
                <a:ea typeface="DM Sans Medium"/>
                <a:cs typeface="DM Sans Medium"/>
                <a:sym typeface="DM Sans Medium"/>
              </a:rPr>
              <a:t>Agenda</a:t>
            </a:r>
            <a:endParaRPr/>
          </a:p>
        </p:txBody>
      </p:sp>
      <p:graphicFrame>
        <p:nvGraphicFramePr>
          <p:cNvPr id="274" name="Google Shape;274;p2"/>
          <p:cNvGraphicFramePr/>
          <p:nvPr/>
        </p:nvGraphicFramePr>
        <p:xfrm>
          <a:off x="4856163" y="2212975"/>
          <a:ext cx="3000000" cy="3000000"/>
        </p:xfrm>
        <a:graphic>
          <a:graphicData uri="http://schemas.openxmlformats.org/drawingml/2006/table">
            <a:tbl>
              <a:tblPr>
                <a:noFill/>
                <a:tableStyleId>{36D3181A-7272-44E4-84AF-F37F06D4CCC4}</a:tableStyleId>
              </a:tblPr>
              <a:tblGrid>
                <a:gridCol w="797875"/>
                <a:gridCol w="6537950"/>
              </a:tblGrid>
              <a:tr h="929000">
                <a:tc>
                  <a:txBody>
                    <a:bodyPr/>
                    <a:lstStyle/>
                    <a:p>
                      <a:pPr indent="0" lvl="0" marL="0" marR="0" rtl="0" algn="ctr">
                        <a:spcBef>
                          <a:spcPts val="0"/>
                        </a:spcBef>
                        <a:spcAft>
                          <a:spcPts val="0"/>
                        </a:spcAft>
                        <a:buNone/>
                      </a:pPr>
                      <a:r>
                        <a:rPr lang="en-GB" sz="2400" u="none" cap="none" strike="noStrike">
                          <a:latin typeface="DM Sans Medium"/>
                          <a:ea typeface="DM Sans Medium"/>
                          <a:cs typeface="DM Sans Medium"/>
                          <a:sym typeface="DM Sans Medium"/>
                        </a:rPr>
                        <a:t>1</a:t>
                      </a:r>
                      <a:endParaRPr sz="2400" u="none" cap="none" strike="noStrike">
                        <a:latin typeface="DM Sans Medium"/>
                        <a:ea typeface="DM Sans Medium"/>
                        <a:cs typeface="DM Sans Medium"/>
                        <a:sym typeface="DM Sans Medium"/>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DM Sans Medium"/>
                        <a:buNone/>
                      </a:pPr>
                      <a:r>
                        <a:rPr lang="en-GB" sz="2400" u="none" cap="none" strike="noStrike">
                          <a:latin typeface="DM Sans Medium"/>
                          <a:ea typeface="DM Sans Medium"/>
                          <a:cs typeface="DM Sans Medium"/>
                          <a:sym typeface="DM Sans Medium"/>
                        </a:rPr>
                        <a:t>My Journey</a:t>
                      </a:r>
                      <a:endParaRPr sz="2400" u="none" cap="none" strike="noStrike">
                        <a:latin typeface="DM Sans Medium"/>
                        <a:ea typeface="DM Sans Medium"/>
                        <a:cs typeface="DM Sans Medium"/>
                        <a:sym typeface="DM Sans Medium"/>
                      </a:endParaRPr>
                    </a:p>
                  </a:txBody>
                  <a:tcPr marT="45725" marB="45725" marR="91450" marL="41147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29000">
                <a:tc>
                  <a:txBody>
                    <a:bodyPr/>
                    <a:lstStyle/>
                    <a:p>
                      <a:pPr indent="0" lvl="0" marL="0" marR="0" rtl="0" algn="ctr">
                        <a:spcBef>
                          <a:spcPts val="0"/>
                        </a:spcBef>
                        <a:spcAft>
                          <a:spcPts val="0"/>
                        </a:spcAft>
                        <a:buNone/>
                      </a:pPr>
                      <a:r>
                        <a:rPr lang="en-GB" sz="2400" u="none" cap="none" strike="noStrike">
                          <a:latin typeface="DM Sans Medium"/>
                          <a:ea typeface="DM Sans Medium"/>
                          <a:cs typeface="DM Sans Medium"/>
                          <a:sym typeface="DM Sans Medium"/>
                        </a:rPr>
                        <a:t>2</a:t>
                      </a:r>
                      <a:endParaRPr sz="2400" u="none" cap="none" strike="noStrike">
                        <a:latin typeface="DM Sans Medium"/>
                        <a:ea typeface="DM Sans Medium"/>
                        <a:cs typeface="DM Sans Medium"/>
                        <a:sym typeface="DM Sans Medium"/>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DM Sans Medium"/>
                        <a:buNone/>
                      </a:pPr>
                      <a:r>
                        <a:rPr lang="en-GB" sz="2400" u="none" cap="none" strike="noStrike">
                          <a:latin typeface="DM Sans Medium"/>
                          <a:ea typeface="DM Sans Medium"/>
                          <a:cs typeface="DM Sans Medium"/>
                          <a:sym typeface="DM Sans Medium"/>
                        </a:rPr>
                        <a:t>Personal Brand &amp; Activities</a:t>
                      </a:r>
                      <a:endParaRPr sz="2400" u="none" cap="none" strike="noStrike">
                        <a:latin typeface="DM Sans Medium"/>
                        <a:ea typeface="DM Sans Medium"/>
                        <a:cs typeface="DM Sans Medium"/>
                        <a:sym typeface="DM Sans Medium"/>
                      </a:endParaRPr>
                    </a:p>
                  </a:txBody>
                  <a:tcPr marT="45725" marB="45725" marR="91450" marL="41147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29000">
                <a:tc>
                  <a:txBody>
                    <a:bodyPr/>
                    <a:lstStyle/>
                    <a:p>
                      <a:pPr indent="0" lvl="0" marL="0" marR="0" rtl="0" algn="ctr">
                        <a:spcBef>
                          <a:spcPts val="0"/>
                        </a:spcBef>
                        <a:spcAft>
                          <a:spcPts val="0"/>
                        </a:spcAft>
                        <a:buNone/>
                      </a:pPr>
                      <a:r>
                        <a:rPr lang="en-GB" sz="2400" u="none" cap="none" strike="noStrike">
                          <a:latin typeface="DM Sans Medium"/>
                          <a:ea typeface="DM Sans Medium"/>
                          <a:cs typeface="DM Sans Medium"/>
                          <a:sym typeface="DM Sans Medium"/>
                        </a:rPr>
                        <a:t>3</a:t>
                      </a:r>
                      <a:endParaRPr sz="2400" u="none" cap="none" strike="noStrike">
                        <a:latin typeface="DM Sans Medium"/>
                        <a:ea typeface="DM Sans Medium"/>
                        <a:cs typeface="DM Sans Medium"/>
                        <a:sym typeface="DM Sans Medium"/>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DM Sans Medium"/>
                        <a:buNone/>
                      </a:pPr>
                      <a:r>
                        <a:rPr lang="en-GB" sz="2400" u="none" cap="none" strike="noStrike">
                          <a:latin typeface="DM Sans Medium"/>
                          <a:ea typeface="DM Sans Medium"/>
                          <a:cs typeface="DM Sans Medium"/>
                          <a:sym typeface="DM Sans Medium"/>
                        </a:rPr>
                        <a:t>SAT &amp; Recommendation Letters</a:t>
                      </a:r>
                      <a:endParaRPr sz="2400" u="none" cap="none" strike="noStrike">
                        <a:latin typeface="DM Sans Medium"/>
                        <a:ea typeface="DM Sans Medium"/>
                        <a:cs typeface="DM Sans Medium"/>
                        <a:sym typeface="DM Sans Medium"/>
                      </a:endParaRPr>
                    </a:p>
                  </a:txBody>
                  <a:tcPr marT="45725" marB="45725" marR="91450" marL="41147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29000">
                <a:tc>
                  <a:txBody>
                    <a:bodyPr/>
                    <a:lstStyle/>
                    <a:p>
                      <a:pPr indent="0" lvl="0" marL="0" marR="0" rtl="0" algn="ctr">
                        <a:spcBef>
                          <a:spcPts val="0"/>
                        </a:spcBef>
                        <a:spcAft>
                          <a:spcPts val="0"/>
                        </a:spcAft>
                        <a:buNone/>
                      </a:pPr>
                      <a:r>
                        <a:rPr lang="en-GB" sz="2400" u="none" cap="none" strike="noStrike">
                          <a:latin typeface="DM Sans Medium"/>
                          <a:ea typeface="DM Sans Medium"/>
                          <a:cs typeface="DM Sans Medium"/>
                          <a:sym typeface="DM Sans Medium"/>
                        </a:rPr>
                        <a:t>4</a:t>
                      </a:r>
                      <a:endParaRPr sz="2400" u="none" cap="none" strike="noStrike">
                        <a:latin typeface="DM Sans Medium"/>
                        <a:ea typeface="DM Sans Medium"/>
                        <a:cs typeface="DM Sans Medium"/>
                        <a:sym typeface="DM Sans Medium"/>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DM Sans Medium"/>
                        <a:buNone/>
                      </a:pPr>
                      <a:r>
                        <a:rPr lang="en-GB" sz="2400" u="none" cap="none" strike="noStrike">
                          <a:latin typeface="DM Sans Medium"/>
                          <a:ea typeface="DM Sans Medium"/>
                          <a:cs typeface="DM Sans Medium"/>
                          <a:sym typeface="DM Sans Medium"/>
                        </a:rPr>
                        <a:t>Choosing Schools</a:t>
                      </a:r>
                      <a:endParaRPr sz="2400" u="none" cap="none" strike="noStrike">
                        <a:latin typeface="DM Sans Medium"/>
                        <a:ea typeface="DM Sans Medium"/>
                        <a:cs typeface="DM Sans Medium"/>
                        <a:sym typeface="DM Sans Medium"/>
                      </a:endParaRPr>
                    </a:p>
                  </a:txBody>
                  <a:tcPr marT="45725" marB="45725" marR="91450" marL="41147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29000">
                <a:tc>
                  <a:txBody>
                    <a:bodyPr/>
                    <a:lstStyle/>
                    <a:p>
                      <a:pPr indent="0" lvl="0" marL="0" marR="0" rtl="0" algn="ctr">
                        <a:spcBef>
                          <a:spcPts val="0"/>
                        </a:spcBef>
                        <a:spcAft>
                          <a:spcPts val="0"/>
                        </a:spcAft>
                        <a:buNone/>
                      </a:pPr>
                      <a:r>
                        <a:rPr lang="en-GB" sz="2400" u="none" cap="none" strike="noStrike">
                          <a:latin typeface="DM Sans Medium"/>
                          <a:ea typeface="DM Sans Medium"/>
                          <a:cs typeface="DM Sans Medium"/>
                          <a:sym typeface="DM Sans Medium"/>
                        </a:rPr>
                        <a:t>5</a:t>
                      </a:r>
                      <a:endParaRPr sz="2400" u="none" cap="none" strike="noStrike">
                        <a:latin typeface="DM Sans Medium"/>
                        <a:ea typeface="DM Sans Medium"/>
                        <a:cs typeface="DM Sans Medium"/>
                        <a:sym typeface="DM Sans Medium"/>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DM Sans Medium"/>
                        <a:buNone/>
                      </a:pPr>
                      <a:r>
                        <a:rPr lang="en-GB" sz="2400" u="none" cap="none" strike="noStrike">
                          <a:latin typeface="DM Sans Medium"/>
                          <a:ea typeface="DM Sans Medium"/>
                          <a:cs typeface="DM Sans Medium"/>
                          <a:sym typeface="DM Sans Medium"/>
                        </a:rPr>
                        <a:t>Q &amp; A</a:t>
                      </a:r>
                      <a:endParaRPr sz="2400" u="none" cap="none" strike="noStrike">
                        <a:latin typeface="DM Sans Medium"/>
                        <a:ea typeface="DM Sans Medium"/>
                        <a:cs typeface="DM Sans Medium"/>
                        <a:sym typeface="DM Sans Medium"/>
                      </a:endParaRPr>
                    </a:p>
                  </a:txBody>
                  <a:tcPr marT="45725" marB="45725" marR="91450" marL="41147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75" name="Google Shape;275;p2"/>
          <p:cNvPicPr preferRelativeResize="0"/>
          <p:nvPr>
            <p:ph idx="2" type="pic"/>
          </p:nvPr>
        </p:nvPicPr>
        <p:blipFill rotWithShape="1">
          <a:blip r:embed="rId3">
            <a:alphaModFix/>
          </a:blip>
          <a:srcRect b="-249" l="-56" r="55758" t="250"/>
          <a:stretch/>
        </p:blipFill>
        <p:spPr>
          <a:xfrm>
            <a:off x="0" y="7621"/>
            <a:ext cx="4856184" cy="6850379"/>
          </a:xfrm>
          <a:prstGeom prst="rect">
            <a:avLst/>
          </a:prstGeom>
          <a:noFill/>
          <a:ln cap="flat" cmpd="sng" w="1587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
          <p:cNvSpPr txBox="1"/>
          <p:nvPr>
            <p:ph type="title"/>
          </p:nvPr>
        </p:nvSpPr>
        <p:spPr>
          <a:xfrm>
            <a:off x="6400800" y="1225296"/>
            <a:ext cx="4718304" cy="16459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000"/>
              <a:buFont typeface="DM Sans Medium"/>
              <a:buNone/>
            </a:pPr>
            <a:r>
              <a:rPr lang="en-GB">
                <a:latin typeface="DM Sans Medium"/>
                <a:ea typeface="DM Sans Medium"/>
                <a:cs typeface="DM Sans Medium"/>
                <a:sym typeface="DM Sans Medium"/>
              </a:rPr>
              <a:t>My Profile</a:t>
            </a:r>
            <a:br>
              <a:rPr lang="en-GB">
                <a:latin typeface="DM Sans Medium"/>
                <a:ea typeface="DM Sans Medium"/>
                <a:cs typeface="DM Sans Medium"/>
                <a:sym typeface="DM Sans Medium"/>
              </a:rPr>
            </a:br>
            <a:r>
              <a:rPr lang="en-GB" sz="2000">
                <a:latin typeface="DM Sans Medium"/>
                <a:ea typeface="DM Sans Medium"/>
                <a:cs typeface="DM Sans Medium"/>
                <a:sym typeface="DM Sans Medium"/>
              </a:rPr>
              <a:t>AT A GLANCE</a:t>
            </a:r>
            <a:endParaRPr>
              <a:latin typeface="DM Sans Medium"/>
              <a:ea typeface="DM Sans Medium"/>
              <a:cs typeface="DM Sans Medium"/>
              <a:sym typeface="DM Sans Medium"/>
            </a:endParaRPr>
          </a:p>
        </p:txBody>
      </p:sp>
      <p:sp>
        <p:nvSpPr>
          <p:cNvPr id="281" name="Google Shape;281;p3"/>
          <p:cNvSpPr txBox="1"/>
          <p:nvPr>
            <p:ph idx="1" type="body"/>
          </p:nvPr>
        </p:nvSpPr>
        <p:spPr>
          <a:xfrm>
            <a:off x="6400800" y="2588255"/>
            <a:ext cx="4966283" cy="2029968"/>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chemeClr val="accent1"/>
              </a:buClr>
              <a:buSzPts val="1800"/>
              <a:buFont typeface="Arial"/>
              <a:buChar char="•"/>
            </a:pPr>
            <a:r>
              <a:rPr lang="en-GB">
                <a:latin typeface="DM Sans Medium"/>
                <a:ea typeface="DM Sans Medium"/>
                <a:cs typeface="DM Sans Medium"/>
                <a:sym typeface="DM Sans Medium"/>
              </a:rPr>
              <a:t>Studied at </a:t>
            </a:r>
            <a:r>
              <a:rPr lang="en-GB">
                <a:solidFill>
                  <a:srgbClr val="92D050"/>
                </a:solidFill>
                <a:latin typeface="DM Sans Medium"/>
                <a:ea typeface="DM Sans Medium"/>
                <a:cs typeface="DM Sans Medium"/>
                <a:sym typeface="DM Sans Medium"/>
              </a:rPr>
              <a:t>Light Academy Nairobi</a:t>
            </a:r>
            <a:r>
              <a:rPr lang="en-GB">
                <a:latin typeface="DM Sans Medium"/>
                <a:ea typeface="DM Sans Medium"/>
                <a:cs typeface="DM Sans Medium"/>
                <a:sym typeface="DM Sans Medium"/>
              </a:rPr>
              <a:t> (844), did KCSE 2023 (So yeah, I applied to uni and did KCSE in the same year)</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Main passion: </a:t>
            </a:r>
            <a:r>
              <a:rPr lang="en-GB">
                <a:solidFill>
                  <a:srgbClr val="92D050"/>
                </a:solidFill>
                <a:latin typeface="DM Sans Medium"/>
                <a:ea typeface="DM Sans Medium"/>
                <a:cs typeface="DM Sans Medium"/>
                <a:sym typeface="DM Sans Medium"/>
              </a:rPr>
              <a:t>Mathematics</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SAT: </a:t>
            </a:r>
            <a:r>
              <a:rPr lang="en-GB">
                <a:solidFill>
                  <a:srgbClr val="92D050"/>
                </a:solidFill>
                <a:latin typeface="DM Sans Medium"/>
                <a:ea typeface="DM Sans Medium"/>
                <a:cs typeface="DM Sans Medium"/>
                <a:sym typeface="DM Sans Medium"/>
              </a:rPr>
              <a:t>1540</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Was a very active student in and out of class</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Other passions: </a:t>
            </a:r>
            <a:r>
              <a:rPr lang="en-GB">
                <a:solidFill>
                  <a:srgbClr val="92D050"/>
                </a:solidFill>
                <a:latin typeface="DM Sans Medium"/>
                <a:ea typeface="DM Sans Medium"/>
                <a:cs typeface="DM Sans Medium"/>
                <a:sym typeface="DM Sans Medium"/>
              </a:rPr>
              <a:t>Physics, Chemistry, Chess</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Right now: </a:t>
            </a:r>
            <a:r>
              <a:rPr lang="en-GB">
                <a:solidFill>
                  <a:srgbClr val="92D050"/>
                </a:solidFill>
                <a:latin typeface="DM Sans Medium"/>
                <a:ea typeface="DM Sans Medium"/>
                <a:cs typeface="DM Sans Medium"/>
                <a:sym typeface="DM Sans Medium"/>
              </a:rPr>
              <a:t>AI/Machine Learning/Data Science</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Joining </a:t>
            </a:r>
            <a:r>
              <a:rPr lang="en-GB">
                <a:solidFill>
                  <a:srgbClr val="FFFF00"/>
                </a:solidFill>
                <a:latin typeface="DM Sans Medium"/>
                <a:ea typeface="DM Sans Medium"/>
                <a:cs typeface="DM Sans Medium"/>
                <a:sym typeface="DM Sans Medium"/>
              </a:rPr>
              <a:t>MIT</a:t>
            </a:r>
            <a:r>
              <a:rPr lang="en-GB">
                <a:latin typeface="DM Sans Medium"/>
                <a:ea typeface="DM Sans Medium"/>
                <a:cs typeface="DM Sans Medium"/>
                <a:sym typeface="DM Sans Medium"/>
              </a:rPr>
              <a:t> in a few weeks</a:t>
            </a:r>
            <a:endParaRPr/>
          </a:p>
          <a:p>
            <a:pPr indent="-171450" lvl="0" marL="285750" rtl="0" algn="l">
              <a:lnSpc>
                <a:spcPct val="100000"/>
              </a:lnSpc>
              <a:spcBef>
                <a:spcPts val="1000"/>
              </a:spcBef>
              <a:spcAft>
                <a:spcPts val="0"/>
              </a:spcAft>
              <a:buClr>
                <a:schemeClr val="accent1"/>
              </a:buClr>
              <a:buSzPts val="1800"/>
              <a:buFont typeface="Arial"/>
              <a:buNone/>
            </a:pPr>
            <a:r>
              <a:t/>
            </a:r>
            <a:endParaRPr>
              <a:latin typeface="DM Sans Medium"/>
              <a:ea typeface="DM Sans Medium"/>
              <a:cs typeface="DM Sans Medium"/>
              <a:sym typeface="DM Sans Medium"/>
            </a:endParaRPr>
          </a:p>
        </p:txBody>
      </p:sp>
      <p:sp>
        <p:nvSpPr>
          <p:cNvPr id="282" name="Google Shape;282;p3"/>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283" name="Google Shape;283;p3"/>
          <p:cNvSpPr txBox="1"/>
          <p:nvPr>
            <p:ph idx="11" type="ftr"/>
          </p:nvPr>
        </p:nvSpPr>
        <p:spPr>
          <a:xfrm>
            <a:off x="4808249" y="6517634"/>
            <a:ext cx="2683119"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284" name="Google Shape;284;p3"/>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285" name="Google Shape;285;p3"/>
          <p:cNvPicPr preferRelativeResize="0"/>
          <p:nvPr>
            <p:ph idx="2" type="pic"/>
          </p:nvPr>
        </p:nvPicPr>
        <p:blipFill rotWithShape="1">
          <a:blip r:embed="rId3">
            <a:alphaModFix/>
          </a:blip>
          <a:srcRect b="168" l="11170" r="37039" t="-168"/>
          <a:stretch/>
        </p:blipFill>
        <p:spPr>
          <a:xfrm>
            <a:off x="855678" y="1020401"/>
            <a:ext cx="4580388" cy="5001754"/>
          </a:xfrm>
          <a:prstGeom prst="rect">
            <a:avLst/>
          </a:prstGeom>
          <a:noFill/>
          <a:ln cap="flat" cmpd="sng" w="15875">
            <a:solidFill>
              <a:schemeClr val="accent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descr="A row of white marble pillars" id="290" name="Google Shape;290;p4"/>
          <p:cNvPicPr preferRelativeResize="0"/>
          <p:nvPr>
            <p:ph idx="2" type="pic"/>
          </p:nvPr>
        </p:nvPicPr>
        <p:blipFill rotWithShape="1">
          <a:blip r:embed="rId3">
            <a:alphaModFix/>
          </a:blip>
          <a:srcRect b="0" l="0" r="0" t="0"/>
          <a:stretch/>
        </p:blipFill>
        <p:spPr>
          <a:xfrm>
            <a:off x="0" y="0"/>
            <a:ext cx="12192000" cy="6858000"/>
          </a:xfrm>
          <a:prstGeom prst="rect">
            <a:avLst/>
          </a:prstGeom>
          <a:solidFill>
            <a:srgbClr val="BDB7A4"/>
          </a:solidFill>
          <a:ln>
            <a:noFill/>
          </a:ln>
        </p:spPr>
      </p:pic>
      <p:sp>
        <p:nvSpPr>
          <p:cNvPr id="291" name="Google Shape;291;p4"/>
          <p:cNvSpPr txBox="1"/>
          <p:nvPr>
            <p:ph type="title"/>
          </p:nvPr>
        </p:nvSpPr>
        <p:spPr>
          <a:xfrm>
            <a:off x="1508760" y="1188720"/>
            <a:ext cx="9171432" cy="4480560"/>
          </a:xfrm>
          <a:prstGeom prst="rect">
            <a:avLst/>
          </a:prstGeom>
          <a:noFill/>
          <a:ln cap="flat" cmpd="sng" w="15875">
            <a:solidFill>
              <a:schemeClr val="accent1"/>
            </a:solidFill>
            <a:prstDash val="solid"/>
            <a:round/>
            <a:headEnd len="sm" w="sm" type="none"/>
            <a:tailEnd len="sm" w="sm" type="none"/>
          </a:ln>
        </p:spPr>
        <p:txBody>
          <a:bodyPr anchorCtr="0" anchor="ctr" bIns="640075" lIns="365750" spcFirstLastPara="1" rIns="91425" wrap="square" tIns="45700">
            <a:noAutofit/>
          </a:bodyPr>
          <a:lstStyle/>
          <a:p>
            <a:pPr indent="0" lvl="0" marL="0" rtl="0" algn="l">
              <a:lnSpc>
                <a:spcPct val="90000"/>
              </a:lnSpc>
              <a:spcBef>
                <a:spcPts val="0"/>
              </a:spcBef>
              <a:spcAft>
                <a:spcPts val="0"/>
              </a:spcAft>
              <a:buClr>
                <a:schemeClr val="accent1"/>
              </a:buClr>
              <a:buSzPts val="7200"/>
              <a:buFont typeface="DM Sans Medium"/>
              <a:buNone/>
            </a:pPr>
            <a:r>
              <a:rPr lang="en-GB">
                <a:latin typeface="DM Sans Medium"/>
                <a:ea typeface="DM Sans Medium"/>
                <a:cs typeface="DM Sans Medium"/>
                <a:sym typeface="DM Sans Medium"/>
              </a:rPr>
              <a:t>My Journey</a:t>
            </a:r>
            <a:endParaRPr>
              <a:latin typeface="DM Sans Medium"/>
              <a:ea typeface="DM Sans Medium"/>
              <a:cs typeface="DM Sans Medium"/>
              <a:sym typeface="DM Sans Medium"/>
            </a:endParaRPr>
          </a:p>
        </p:txBody>
      </p:sp>
      <p:sp>
        <p:nvSpPr>
          <p:cNvPr id="292" name="Google Shape;292;p4"/>
          <p:cNvSpPr txBox="1"/>
          <p:nvPr>
            <p:ph idx="1" type="body"/>
          </p:nvPr>
        </p:nvSpPr>
        <p:spPr>
          <a:xfrm>
            <a:off x="6665084" y="5008228"/>
            <a:ext cx="2889504" cy="401162"/>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1"/>
              </a:buClr>
              <a:buSzPts val="2800"/>
              <a:buNone/>
            </a:pPr>
            <a:r>
              <a:rPr lang="en-GB" sz="2800">
                <a:latin typeface="DM Sans Medium"/>
                <a:ea typeface="DM Sans Medium"/>
                <a:cs typeface="DM Sans Medium"/>
                <a:sym typeface="DM Sans Medium"/>
              </a:rPr>
              <a:t>2020 - 2023</a:t>
            </a:r>
            <a:endParaRPr sz="2800">
              <a:latin typeface="DM Sans Medium"/>
              <a:ea typeface="DM Sans Medium"/>
              <a:cs typeface="DM Sans Medium"/>
              <a:sym typeface="DM Sans Medium"/>
            </a:endParaRPr>
          </a:p>
        </p:txBody>
      </p:sp>
      <p:cxnSp>
        <p:nvCxnSpPr>
          <p:cNvPr id="293" name="Google Shape;293;p4"/>
          <p:cNvCxnSpPr/>
          <p:nvPr/>
        </p:nvCxnSpPr>
        <p:spPr>
          <a:xfrm>
            <a:off x="-12700" y="5282777"/>
            <a:ext cx="6535479" cy="0"/>
          </a:xfrm>
          <a:prstGeom prst="straightConnector1">
            <a:avLst/>
          </a:prstGeom>
          <a:noFill/>
          <a:ln cap="flat" cmpd="sng" w="15875">
            <a:solidFill>
              <a:schemeClr val="accent1"/>
            </a:solidFill>
            <a:prstDash val="solid"/>
            <a:miter lim="800000"/>
            <a:headEnd len="sm" w="sm" type="none"/>
            <a:tailEnd len="sm" w="sm" type="none"/>
          </a:ln>
        </p:spPr>
      </p:cxnSp>
      <p:cxnSp>
        <p:nvCxnSpPr>
          <p:cNvPr id="294" name="Google Shape;294;p4"/>
          <p:cNvCxnSpPr/>
          <p:nvPr/>
        </p:nvCxnSpPr>
        <p:spPr>
          <a:xfrm>
            <a:off x="9696893" y="5282777"/>
            <a:ext cx="2495107" cy="0"/>
          </a:xfrm>
          <a:prstGeom prst="straightConnector1">
            <a:avLst/>
          </a:prstGeom>
          <a:noFill/>
          <a:ln cap="flat" cmpd="sng" w="15875">
            <a:solidFill>
              <a:schemeClr val="accent1"/>
            </a:solidFill>
            <a:prstDash val="solid"/>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
          <p:cNvSpPr txBox="1"/>
          <p:nvPr>
            <p:ph type="title"/>
          </p:nvPr>
        </p:nvSpPr>
        <p:spPr>
          <a:xfrm>
            <a:off x="511728" y="466344"/>
            <a:ext cx="3365328" cy="99669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000"/>
              <a:buFont typeface="DM Sans Medium"/>
              <a:buNone/>
            </a:pPr>
            <a:r>
              <a:rPr lang="en-GB">
                <a:latin typeface="DM Sans Medium"/>
                <a:ea typeface="DM Sans Medium"/>
                <a:cs typeface="DM Sans Medium"/>
                <a:sym typeface="DM Sans Medium"/>
              </a:rPr>
              <a:t>My Journey</a:t>
            </a:r>
            <a:endParaRPr>
              <a:latin typeface="DM Sans Medium"/>
              <a:ea typeface="DM Sans Medium"/>
              <a:cs typeface="DM Sans Medium"/>
              <a:sym typeface="DM Sans Medium"/>
            </a:endParaRPr>
          </a:p>
        </p:txBody>
      </p:sp>
      <p:sp>
        <p:nvSpPr>
          <p:cNvPr id="300" name="Google Shape;300;p5"/>
          <p:cNvSpPr txBox="1"/>
          <p:nvPr>
            <p:ph idx="1" type="body"/>
          </p:nvPr>
        </p:nvSpPr>
        <p:spPr>
          <a:xfrm>
            <a:off x="630936" y="1618488"/>
            <a:ext cx="1819656"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800"/>
              <a:buNone/>
            </a:pPr>
            <a:r>
              <a:rPr lang="en-GB">
                <a:latin typeface="DM Sans Medium"/>
                <a:ea typeface="DM Sans Medium"/>
                <a:cs typeface="DM Sans Medium"/>
                <a:sym typeface="DM Sans Medium"/>
              </a:rPr>
              <a:t>2020</a:t>
            </a:r>
            <a:endParaRPr>
              <a:latin typeface="DM Sans Medium"/>
              <a:ea typeface="DM Sans Medium"/>
              <a:cs typeface="DM Sans Medium"/>
              <a:sym typeface="DM Sans Medium"/>
            </a:endParaRPr>
          </a:p>
        </p:txBody>
      </p:sp>
      <p:sp>
        <p:nvSpPr>
          <p:cNvPr id="301" name="Google Shape;301;p5"/>
          <p:cNvSpPr txBox="1"/>
          <p:nvPr>
            <p:ph idx="2" type="body"/>
          </p:nvPr>
        </p:nvSpPr>
        <p:spPr>
          <a:xfrm>
            <a:off x="3584448" y="1618488"/>
            <a:ext cx="1819656"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800"/>
              <a:buNone/>
            </a:pPr>
            <a:r>
              <a:rPr lang="en-GB">
                <a:latin typeface="DM Sans Medium"/>
                <a:ea typeface="DM Sans Medium"/>
                <a:cs typeface="DM Sans Medium"/>
                <a:sym typeface="DM Sans Medium"/>
              </a:rPr>
              <a:t>2021</a:t>
            </a:r>
            <a:endParaRPr>
              <a:latin typeface="DM Sans Medium"/>
              <a:ea typeface="DM Sans Medium"/>
              <a:cs typeface="DM Sans Medium"/>
              <a:sym typeface="DM Sans Medium"/>
            </a:endParaRPr>
          </a:p>
        </p:txBody>
      </p:sp>
      <p:sp>
        <p:nvSpPr>
          <p:cNvPr id="302" name="Google Shape;302;p5"/>
          <p:cNvSpPr txBox="1"/>
          <p:nvPr>
            <p:ph idx="3" type="body"/>
          </p:nvPr>
        </p:nvSpPr>
        <p:spPr>
          <a:xfrm>
            <a:off x="6483096" y="1618488"/>
            <a:ext cx="1819656"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800"/>
              <a:buNone/>
            </a:pPr>
            <a:r>
              <a:rPr lang="en-GB">
                <a:latin typeface="DM Sans Medium"/>
                <a:ea typeface="DM Sans Medium"/>
                <a:cs typeface="DM Sans Medium"/>
                <a:sym typeface="DM Sans Medium"/>
              </a:rPr>
              <a:t>2022</a:t>
            </a:r>
            <a:endParaRPr>
              <a:latin typeface="DM Sans Medium"/>
              <a:ea typeface="DM Sans Medium"/>
              <a:cs typeface="DM Sans Medium"/>
              <a:sym typeface="DM Sans Medium"/>
            </a:endParaRPr>
          </a:p>
        </p:txBody>
      </p:sp>
      <p:sp>
        <p:nvSpPr>
          <p:cNvPr id="303" name="Google Shape;303;p5"/>
          <p:cNvSpPr txBox="1"/>
          <p:nvPr>
            <p:ph idx="4" type="body"/>
          </p:nvPr>
        </p:nvSpPr>
        <p:spPr>
          <a:xfrm>
            <a:off x="9528048" y="1618488"/>
            <a:ext cx="1819656"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800"/>
              <a:buNone/>
            </a:pPr>
            <a:r>
              <a:rPr lang="en-GB">
                <a:latin typeface="DM Sans Medium"/>
                <a:ea typeface="DM Sans Medium"/>
                <a:cs typeface="DM Sans Medium"/>
                <a:sym typeface="DM Sans Medium"/>
              </a:rPr>
              <a:t>2023</a:t>
            </a:r>
            <a:endParaRPr>
              <a:latin typeface="DM Sans Medium"/>
              <a:ea typeface="DM Sans Medium"/>
              <a:cs typeface="DM Sans Medium"/>
              <a:sym typeface="DM Sans Medium"/>
            </a:endParaRPr>
          </a:p>
        </p:txBody>
      </p:sp>
      <p:sp>
        <p:nvSpPr>
          <p:cNvPr id="304" name="Google Shape;304;p5"/>
          <p:cNvSpPr txBox="1"/>
          <p:nvPr>
            <p:ph idx="5" type="body"/>
          </p:nvPr>
        </p:nvSpPr>
        <p:spPr>
          <a:xfrm>
            <a:off x="630936" y="2414016"/>
            <a:ext cx="2167128" cy="31089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Form 1 + Covid-19:</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Introspection</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Finding my passions</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Learned about USA universities, like MIT</a:t>
            </a:r>
            <a:endParaRPr/>
          </a:p>
        </p:txBody>
      </p:sp>
      <p:sp>
        <p:nvSpPr>
          <p:cNvPr id="305" name="Google Shape;305;p5"/>
          <p:cNvSpPr txBox="1"/>
          <p:nvPr>
            <p:ph idx="6" type="body"/>
          </p:nvPr>
        </p:nvSpPr>
        <p:spPr>
          <a:xfrm>
            <a:off x="3584448" y="2414016"/>
            <a:ext cx="2167128" cy="31089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Form 1/2:</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Establishing routines</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Reading ahead</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Began participating in competitions/clubs</a:t>
            </a:r>
            <a:endParaRPr>
              <a:latin typeface="DM Sans Medium"/>
              <a:ea typeface="DM Sans Medium"/>
              <a:cs typeface="DM Sans Medium"/>
              <a:sym typeface="DM Sans Medium"/>
            </a:endParaRPr>
          </a:p>
        </p:txBody>
      </p:sp>
      <p:sp>
        <p:nvSpPr>
          <p:cNvPr id="306" name="Google Shape;306;p5"/>
          <p:cNvSpPr txBox="1"/>
          <p:nvPr>
            <p:ph idx="7" type="body"/>
          </p:nvPr>
        </p:nvSpPr>
        <p:spPr>
          <a:xfrm>
            <a:off x="6483096" y="2414016"/>
            <a:ext cx="2167128" cy="31089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Form 2/3:</a:t>
            </a:r>
            <a:br>
              <a:rPr lang="en-GB">
                <a:latin typeface="DM Sans Medium"/>
                <a:ea typeface="DM Sans Medium"/>
                <a:cs typeface="DM Sans Medium"/>
                <a:sym typeface="DM Sans Medium"/>
              </a:rPr>
            </a:br>
            <a:r>
              <a:rPr lang="en-GB">
                <a:latin typeface="DM Sans Medium"/>
                <a:ea typeface="DM Sans Medium"/>
                <a:cs typeface="DM Sans Medium"/>
                <a:sym typeface="DM Sans Medium"/>
              </a:rPr>
              <a:t>- Went all out with competitions, including:</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Math Olympiads</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Chess Tournaments</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Volleyball</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Science fairs/YSK</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Debate</a:t>
            </a:r>
            <a:endParaRPr/>
          </a:p>
          <a:p>
            <a:pPr indent="-196850" lvl="0" marL="285750" rtl="0" algn="l">
              <a:lnSpc>
                <a:spcPct val="100000"/>
              </a:lnSpc>
              <a:spcBef>
                <a:spcPts val="0"/>
              </a:spcBef>
              <a:spcAft>
                <a:spcPts val="0"/>
              </a:spcAft>
              <a:buClr>
                <a:schemeClr val="accent1"/>
              </a:buClr>
              <a:buSzPts val="1400"/>
              <a:buFont typeface="Arial"/>
              <a:buNone/>
            </a:pPr>
            <a:r>
              <a:t/>
            </a:r>
            <a:endParaRPr>
              <a:latin typeface="DM Sans Medium"/>
              <a:ea typeface="DM Sans Medium"/>
              <a:cs typeface="DM Sans Medium"/>
              <a:sym typeface="DM Sans Medium"/>
            </a:endParaRPr>
          </a:p>
        </p:txBody>
      </p:sp>
      <p:sp>
        <p:nvSpPr>
          <p:cNvPr id="307" name="Google Shape;307;p5"/>
          <p:cNvSpPr txBox="1"/>
          <p:nvPr>
            <p:ph idx="8" type="body"/>
          </p:nvPr>
        </p:nvSpPr>
        <p:spPr>
          <a:xfrm>
            <a:off x="9528048" y="2414016"/>
            <a:ext cx="2167128" cy="31089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Form 3/4:</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 Went </a:t>
            </a:r>
            <a:r>
              <a:rPr b="1" lang="en-GB">
                <a:latin typeface="DM Sans Medium"/>
                <a:ea typeface="DM Sans Medium"/>
                <a:cs typeface="DM Sans Medium"/>
                <a:sym typeface="DM Sans Medium"/>
              </a:rPr>
              <a:t>global:</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Rwanda (PAMO)</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Japan (IMO)</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Zimbabwe (YYAS)</a:t>
            </a:r>
            <a:endParaRPr/>
          </a:p>
          <a:p>
            <a:pPr indent="0" lvl="0" marL="0" rtl="0" algn="l">
              <a:lnSpc>
                <a:spcPct val="100000"/>
              </a:lnSpc>
              <a:spcBef>
                <a:spcPts val="0"/>
              </a:spcBef>
              <a:spcAft>
                <a:spcPts val="0"/>
              </a:spcAft>
              <a:buClr>
                <a:schemeClr val="accent1"/>
              </a:buClr>
              <a:buSzPts val="1400"/>
              <a:buNone/>
            </a:pPr>
            <a:r>
              <a:rPr lang="en-GB">
                <a:latin typeface="DM Sans Medium"/>
                <a:ea typeface="DM Sans Medium"/>
                <a:cs typeface="DM Sans Medium"/>
                <a:sym typeface="DM Sans Medium"/>
              </a:rPr>
              <a:t>Applications</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SAT + KCSE</a:t>
            </a:r>
            <a:endParaRPr/>
          </a:p>
          <a:p>
            <a:pPr indent="-285750" lvl="0" marL="285750" rtl="0" algn="l">
              <a:lnSpc>
                <a:spcPct val="100000"/>
              </a:lnSpc>
              <a:spcBef>
                <a:spcPts val="0"/>
              </a:spcBef>
              <a:spcAft>
                <a:spcPts val="0"/>
              </a:spcAft>
              <a:buClr>
                <a:schemeClr val="accent1"/>
              </a:buClr>
              <a:buSzPts val="1400"/>
              <a:buFont typeface="Arial"/>
              <a:buChar char="•"/>
            </a:pPr>
            <a:r>
              <a:rPr lang="en-GB">
                <a:latin typeface="DM Sans Medium"/>
                <a:ea typeface="DM Sans Medium"/>
                <a:cs typeface="DM Sans Medium"/>
                <a:sym typeface="DM Sans Medium"/>
              </a:rPr>
              <a:t>MIT EA</a:t>
            </a:r>
            <a:endParaRPr/>
          </a:p>
          <a:p>
            <a:pPr indent="0" lvl="0" marL="0" rtl="0" algn="l">
              <a:lnSpc>
                <a:spcPct val="100000"/>
              </a:lnSpc>
              <a:spcBef>
                <a:spcPts val="0"/>
              </a:spcBef>
              <a:spcAft>
                <a:spcPts val="0"/>
              </a:spcAft>
              <a:buClr>
                <a:schemeClr val="accent1"/>
              </a:buClr>
              <a:buSzPts val="1400"/>
              <a:buNone/>
            </a:pPr>
            <a:r>
              <a:t/>
            </a:r>
            <a:endParaRPr>
              <a:latin typeface="DM Sans Medium"/>
              <a:ea typeface="DM Sans Medium"/>
              <a:cs typeface="DM Sans Medium"/>
              <a:sym typeface="DM Sans Medium"/>
            </a:endParaRPr>
          </a:p>
        </p:txBody>
      </p:sp>
      <p:sp>
        <p:nvSpPr>
          <p:cNvPr id="308" name="Google Shape;308;p5"/>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09" name="Google Shape;309;p5"/>
          <p:cNvSpPr txBox="1"/>
          <p:nvPr>
            <p:ph idx="11" type="ftr"/>
          </p:nvPr>
        </p:nvSpPr>
        <p:spPr>
          <a:xfrm>
            <a:off x="4808249" y="6517634"/>
            <a:ext cx="2716675"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10" name="Google Shape;310;p5"/>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311" name="Google Shape;311;p5"/>
          <p:cNvPicPr preferRelativeResize="0"/>
          <p:nvPr/>
        </p:nvPicPr>
        <p:blipFill rotWithShape="1">
          <a:blip r:embed="rId3">
            <a:alphaModFix/>
          </a:blip>
          <a:srcRect b="0" l="0" r="0" t="0"/>
          <a:stretch/>
        </p:blipFill>
        <p:spPr>
          <a:xfrm>
            <a:off x="50880" y="4266653"/>
            <a:ext cx="2979767" cy="1978217"/>
          </a:xfrm>
          <a:prstGeom prst="rect">
            <a:avLst/>
          </a:prstGeom>
          <a:noFill/>
          <a:ln>
            <a:noFill/>
          </a:ln>
        </p:spPr>
      </p:pic>
      <p:pic>
        <p:nvPicPr>
          <p:cNvPr id="312" name="Google Shape;312;p5"/>
          <p:cNvPicPr preferRelativeResize="0"/>
          <p:nvPr/>
        </p:nvPicPr>
        <p:blipFill rotWithShape="1">
          <a:blip r:embed="rId4">
            <a:alphaModFix/>
          </a:blip>
          <a:srcRect b="0" l="0" r="0" t="0"/>
          <a:stretch/>
        </p:blipFill>
        <p:spPr>
          <a:xfrm>
            <a:off x="3035492" y="4291927"/>
            <a:ext cx="2917567" cy="2126362"/>
          </a:xfrm>
          <a:prstGeom prst="rect">
            <a:avLst/>
          </a:prstGeom>
          <a:noFill/>
          <a:ln>
            <a:noFill/>
          </a:ln>
        </p:spPr>
      </p:pic>
      <p:pic>
        <p:nvPicPr>
          <p:cNvPr id="313" name="Google Shape;313;p5"/>
          <p:cNvPicPr preferRelativeResize="0"/>
          <p:nvPr/>
        </p:nvPicPr>
        <p:blipFill rotWithShape="1">
          <a:blip r:embed="rId5">
            <a:alphaModFix/>
          </a:blip>
          <a:srcRect b="0" l="0" r="0" t="0"/>
          <a:stretch/>
        </p:blipFill>
        <p:spPr>
          <a:xfrm>
            <a:off x="6003979" y="4366605"/>
            <a:ext cx="2916084" cy="1977006"/>
          </a:xfrm>
          <a:prstGeom prst="rect">
            <a:avLst/>
          </a:prstGeom>
          <a:noFill/>
          <a:ln>
            <a:noFill/>
          </a:ln>
        </p:spPr>
      </p:pic>
      <p:pic>
        <p:nvPicPr>
          <p:cNvPr id="314" name="Google Shape;314;p5"/>
          <p:cNvPicPr preferRelativeResize="0"/>
          <p:nvPr/>
        </p:nvPicPr>
        <p:blipFill rotWithShape="1">
          <a:blip r:embed="rId6">
            <a:alphaModFix/>
          </a:blip>
          <a:srcRect b="0" l="0" r="0" t="0"/>
          <a:stretch/>
        </p:blipFill>
        <p:spPr>
          <a:xfrm>
            <a:off x="8970983" y="4538444"/>
            <a:ext cx="3127564" cy="16341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
          <p:cNvSpPr txBox="1"/>
          <p:nvPr>
            <p:ph type="title"/>
          </p:nvPr>
        </p:nvSpPr>
        <p:spPr>
          <a:xfrm>
            <a:off x="941832" y="1005840"/>
            <a:ext cx="7187184" cy="425196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DM Sans Medium"/>
              <a:buNone/>
            </a:pPr>
            <a:r>
              <a:rPr lang="en-GB" sz="4000">
                <a:latin typeface="DM Sans Medium"/>
                <a:ea typeface="DM Sans Medium"/>
                <a:cs typeface="DM Sans Medium"/>
                <a:sym typeface="DM Sans Medium"/>
              </a:rPr>
              <a:t>The Drive to pursue </a:t>
            </a:r>
            <a:r>
              <a:rPr lang="en-GB" sz="4000">
                <a:solidFill>
                  <a:srgbClr val="0070C0"/>
                </a:solidFill>
                <a:latin typeface="DM Sans Medium"/>
                <a:ea typeface="DM Sans Medium"/>
                <a:cs typeface="DM Sans Medium"/>
                <a:sym typeface="DM Sans Medium"/>
              </a:rPr>
              <a:t>Global Opportunities</a:t>
            </a:r>
            <a:br>
              <a:rPr lang="en-GB" sz="4000">
                <a:solidFill>
                  <a:srgbClr val="0070C0"/>
                </a:solidFill>
                <a:latin typeface="DM Sans Medium"/>
                <a:ea typeface="DM Sans Medium"/>
                <a:cs typeface="DM Sans Medium"/>
                <a:sym typeface="DM Sans Medium"/>
              </a:rPr>
            </a:br>
            <a:br>
              <a:rPr lang="en-GB" sz="4000">
                <a:latin typeface="DM Sans Medium"/>
                <a:ea typeface="DM Sans Medium"/>
                <a:cs typeface="DM Sans Medium"/>
                <a:sym typeface="DM Sans Medium"/>
              </a:rPr>
            </a:br>
            <a:r>
              <a:rPr lang="en-GB" sz="4000">
                <a:latin typeface="DM Sans Medium"/>
                <a:ea typeface="DM Sans Medium"/>
                <a:cs typeface="DM Sans Medium"/>
                <a:sym typeface="DM Sans Medium"/>
              </a:rPr>
              <a:t>Helped me stand out</a:t>
            </a:r>
            <a:br>
              <a:rPr lang="en-GB" sz="4000">
                <a:latin typeface="DM Sans Medium"/>
                <a:ea typeface="DM Sans Medium"/>
                <a:cs typeface="DM Sans Medium"/>
                <a:sym typeface="DM Sans Medium"/>
              </a:rPr>
            </a:br>
            <a:br>
              <a:rPr lang="en-GB" sz="4000">
                <a:latin typeface="DM Sans Medium"/>
                <a:ea typeface="DM Sans Medium"/>
                <a:cs typeface="DM Sans Medium"/>
                <a:sym typeface="DM Sans Medium"/>
              </a:rPr>
            </a:br>
            <a:r>
              <a:rPr lang="en-GB" sz="4000">
                <a:latin typeface="DM Sans Medium"/>
                <a:ea typeface="DM Sans Medium"/>
                <a:cs typeface="DM Sans Medium"/>
                <a:sym typeface="DM Sans Medium"/>
              </a:rPr>
              <a:t>+ Formed my Personal brand</a:t>
            </a:r>
            <a:endParaRPr sz="4000">
              <a:latin typeface="DM Sans Medium"/>
              <a:ea typeface="DM Sans Medium"/>
              <a:cs typeface="DM Sans Medium"/>
              <a:sym typeface="DM Sans Medium"/>
            </a:endParaRPr>
          </a:p>
        </p:txBody>
      </p:sp>
      <p:sp>
        <p:nvSpPr>
          <p:cNvPr id="320" name="Google Shape;320;p6"/>
          <p:cNvSpPr txBox="1"/>
          <p:nvPr>
            <p:ph idx="1" type="subTitle"/>
          </p:nvPr>
        </p:nvSpPr>
        <p:spPr>
          <a:xfrm>
            <a:off x="941832" y="5312664"/>
            <a:ext cx="2889504" cy="365760"/>
          </a:xfrm>
          <a:prstGeom prst="rect">
            <a:avLst/>
          </a:prstGeom>
          <a:solidFill>
            <a:schemeClr val="accent3"/>
          </a:solid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GB">
                <a:latin typeface="DM Sans Medium"/>
                <a:ea typeface="DM Sans Medium"/>
                <a:cs typeface="DM Sans Medium"/>
                <a:sym typeface="DM Sans Medium"/>
              </a:rPr>
              <a:t>in my college application</a:t>
            </a:r>
            <a:endParaRPr>
              <a:latin typeface="DM Sans Medium"/>
              <a:ea typeface="DM Sans Medium"/>
              <a:cs typeface="DM Sans Medium"/>
              <a:sym typeface="DM Sans Medium"/>
            </a:endParaRPr>
          </a:p>
        </p:txBody>
      </p:sp>
      <p:pic>
        <p:nvPicPr>
          <p:cNvPr descr="Front side of an apartment building in the city" id="321" name="Google Shape;321;p6"/>
          <p:cNvPicPr preferRelativeResize="0"/>
          <p:nvPr>
            <p:ph idx="2" type="pic"/>
          </p:nvPr>
        </p:nvPicPr>
        <p:blipFill rotWithShape="1">
          <a:blip r:embed="rId3">
            <a:alphaModFix/>
          </a:blip>
          <a:srcRect b="0" l="0" r="0" t="0"/>
          <a:stretch/>
        </p:blipFill>
        <p:spPr>
          <a:xfrm>
            <a:off x="8937714" y="1028362"/>
            <a:ext cx="2451100" cy="4800597"/>
          </a:xfrm>
          <a:prstGeom prst="rect">
            <a:avLst/>
          </a:prstGeom>
          <a:noFill/>
          <a:ln cap="flat" cmpd="sng" w="15875">
            <a:solidFill>
              <a:schemeClr val="dk1"/>
            </a:solidFill>
            <a:prstDash val="solid"/>
            <a:round/>
            <a:headEnd len="sm" w="sm" type="none"/>
            <a:tailEnd len="sm" w="sm" type="none"/>
          </a:ln>
        </p:spPr>
      </p:pic>
      <p:sp>
        <p:nvSpPr>
          <p:cNvPr id="322" name="Google Shape;322;p6"/>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23" name="Google Shape;323;p6"/>
          <p:cNvSpPr txBox="1"/>
          <p:nvPr>
            <p:ph idx="11" type="ftr"/>
          </p:nvPr>
        </p:nvSpPr>
        <p:spPr>
          <a:xfrm>
            <a:off x="4808249" y="6517634"/>
            <a:ext cx="2683119"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24" name="Google Shape;324;p6"/>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7"/>
          <p:cNvSpPr txBox="1"/>
          <p:nvPr>
            <p:ph type="title"/>
          </p:nvPr>
        </p:nvSpPr>
        <p:spPr>
          <a:xfrm>
            <a:off x="466344" y="36576"/>
            <a:ext cx="5294376" cy="9692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4000"/>
              <a:buFont typeface="DM Sans Medium"/>
              <a:buNone/>
            </a:pPr>
            <a:r>
              <a:rPr lang="en-GB">
                <a:latin typeface="DM Sans Medium"/>
                <a:ea typeface="DM Sans Medium"/>
                <a:cs typeface="DM Sans Medium"/>
                <a:sym typeface="DM Sans Medium"/>
              </a:rPr>
              <a:t>Personal Brand</a:t>
            </a:r>
            <a:endParaRPr>
              <a:latin typeface="DM Sans Medium"/>
              <a:ea typeface="DM Sans Medium"/>
              <a:cs typeface="DM Sans Medium"/>
              <a:sym typeface="DM Sans Medium"/>
            </a:endParaRPr>
          </a:p>
        </p:txBody>
      </p:sp>
      <p:pic>
        <p:nvPicPr>
          <p:cNvPr descr="Alexandre III bridge in Paris" id="330" name="Google Shape;330;p7"/>
          <p:cNvPicPr preferRelativeResize="0"/>
          <p:nvPr>
            <p:ph idx="2" type="pic"/>
          </p:nvPr>
        </p:nvPicPr>
        <p:blipFill rotWithShape="1">
          <a:blip r:embed="rId3">
            <a:alphaModFix/>
          </a:blip>
          <a:srcRect b="71" l="0" r="0" t="72"/>
          <a:stretch/>
        </p:blipFill>
        <p:spPr>
          <a:xfrm>
            <a:off x="444501" y="1592221"/>
            <a:ext cx="5207000" cy="4292599"/>
          </a:xfrm>
          <a:prstGeom prst="rect">
            <a:avLst/>
          </a:prstGeom>
          <a:noFill/>
          <a:ln cap="flat" cmpd="sng" w="15875">
            <a:solidFill>
              <a:schemeClr val="accent1"/>
            </a:solidFill>
            <a:prstDash val="solid"/>
            <a:round/>
            <a:headEnd len="sm" w="sm" type="none"/>
            <a:tailEnd len="sm" w="sm" type="none"/>
          </a:ln>
        </p:spPr>
      </p:pic>
      <p:sp>
        <p:nvSpPr>
          <p:cNvPr id="331" name="Google Shape;331;p7"/>
          <p:cNvSpPr txBox="1"/>
          <p:nvPr>
            <p:ph idx="1" type="body"/>
          </p:nvPr>
        </p:nvSpPr>
        <p:spPr>
          <a:xfrm>
            <a:off x="6565392" y="361698"/>
            <a:ext cx="5157787" cy="466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2400"/>
              <a:buNone/>
            </a:pPr>
            <a:r>
              <a:rPr lang="en-GB">
                <a:latin typeface="DM Sans Medium"/>
                <a:ea typeface="DM Sans Medium"/>
                <a:cs typeface="DM Sans Medium"/>
                <a:sym typeface="DM Sans Medium"/>
              </a:rPr>
              <a:t>How do you stand out</a:t>
            </a:r>
            <a:endParaRPr>
              <a:latin typeface="DM Sans Medium"/>
              <a:ea typeface="DM Sans Medium"/>
              <a:cs typeface="DM Sans Medium"/>
              <a:sym typeface="DM Sans Medium"/>
            </a:endParaRPr>
          </a:p>
        </p:txBody>
      </p:sp>
      <p:sp>
        <p:nvSpPr>
          <p:cNvPr id="332" name="Google Shape;332;p7"/>
          <p:cNvSpPr txBox="1"/>
          <p:nvPr>
            <p:ph idx="3" type="body"/>
          </p:nvPr>
        </p:nvSpPr>
        <p:spPr>
          <a:xfrm>
            <a:off x="6565392" y="1082545"/>
            <a:ext cx="5157787" cy="2029968"/>
          </a:xfrm>
          <a:prstGeom prst="rect">
            <a:avLst/>
          </a:prstGeom>
          <a:noFill/>
          <a:ln>
            <a:noFill/>
          </a:ln>
        </p:spPr>
        <p:txBody>
          <a:bodyPr anchorCtr="0" anchor="t" bIns="45700" lIns="91425" spcFirstLastPara="1" rIns="91425" wrap="square" tIns="45700">
            <a:noAutofit/>
          </a:bodyPr>
          <a:lstStyle/>
          <a:p>
            <a:pPr indent="-283464" lvl="0" marL="283464" rtl="0" algn="l">
              <a:lnSpc>
                <a:spcPct val="100000"/>
              </a:lnSpc>
              <a:spcBef>
                <a:spcPts val="0"/>
              </a:spcBef>
              <a:spcAft>
                <a:spcPts val="0"/>
              </a:spcAft>
              <a:buClr>
                <a:schemeClr val="accent1"/>
              </a:buClr>
              <a:buSzPts val="1600"/>
              <a:buChar char="▪"/>
            </a:pPr>
            <a:r>
              <a:rPr lang="en-GB" sz="1600">
                <a:latin typeface="DM Sans Medium"/>
                <a:ea typeface="DM Sans Medium"/>
                <a:cs typeface="DM Sans Medium"/>
                <a:sym typeface="DM Sans Medium"/>
              </a:rPr>
              <a:t>Specific </a:t>
            </a:r>
            <a:r>
              <a:rPr b="1" lang="en-GB" sz="1600">
                <a:latin typeface="DM Sans Medium"/>
                <a:ea typeface="DM Sans Medium"/>
                <a:cs typeface="DM Sans Medium"/>
                <a:sym typeface="DM Sans Medium"/>
              </a:rPr>
              <a:t>demonstrated</a:t>
            </a:r>
            <a:r>
              <a:rPr lang="en-GB" sz="1600">
                <a:latin typeface="DM Sans Medium"/>
                <a:ea typeface="DM Sans Medium"/>
                <a:cs typeface="DM Sans Medium"/>
                <a:sym typeface="DM Sans Medium"/>
              </a:rPr>
              <a:t> qualities (eg. Leadership, Creativity)</a:t>
            </a:r>
            <a:endParaRPr sz="1600">
              <a:latin typeface="DM Sans Medium"/>
              <a:ea typeface="DM Sans Medium"/>
              <a:cs typeface="DM Sans Medium"/>
              <a:sym typeface="DM Sans Medium"/>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Your background (eg. Culture, Religion) or your ambitions</a:t>
            </a:r>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Combining your passions with purpose</a:t>
            </a:r>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In general, show how you have </a:t>
            </a:r>
            <a:r>
              <a:rPr lang="en-GB" sz="1600">
                <a:solidFill>
                  <a:srgbClr val="FFC000"/>
                </a:solidFill>
                <a:latin typeface="DM Sans Medium"/>
                <a:ea typeface="DM Sans Medium"/>
                <a:cs typeface="DM Sans Medium"/>
                <a:sym typeface="DM Sans Medium"/>
              </a:rPr>
              <a:t>grown over time</a:t>
            </a:r>
            <a:endParaRPr sz="1600">
              <a:solidFill>
                <a:srgbClr val="FFC000"/>
              </a:solidFill>
              <a:latin typeface="DM Sans Medium"/>
              <a:ea typeface="DM Sans Medium"/>
              <a:cs typeface="DM Sans Medium"/>
              <a:sym typeface="DM Sans Medium"/>
            </a:endParaRPr>
          </a:p>
        </p:txBody>
      </p:sp>
      <p:sp>
        <p:nvSpPr>
          <p:cNvPr id="333" name="Google Shape;333;p7"/>
          <p:cNvSpPr txBox="1"/>
          <p:nvPr>
            <p:ph idx="4" type="body"/>
          </p:nvPr>
        </p:nvSpPr>
        <p:spPr>
          <a:xfrm>
            <a:off x="6565392" y="3367016"/>
            <a:ext cx="5183188" cy="466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2400"/>
              <a:buNone/>
            </a:pPr>
            <a:r>
              <a:rPr lang="en-GB">
                <a:latin typeface="DM Sans Medium"/>
                <a:ea typeface="DM Sans Medium"/>
                <a:cs typeface="DM Sans Medium"/>
                <a:sym typeface="DM Sans Medium"/>
              </a:rPr>
              <a:t>Examples</a:t>
            </a:r>
            <a:endParaRPr>
              <a:latin typeface="DM Sans Medium"/>
              <a:ea typeface="DM Sans Medium"/>
              <a:cs typeface="DM Sans Medium"/>
              <a:sym typeface="DM Sans Medium"/>
            </a:endParaRPr>
          </a:p>
        </p:txBody>
      </p:sp>
      <p:sp>
        <p:nvSpPr>
          <p:cNvPr id="334" name="Google Shape;334;p7"/>
          <p:cNvSpPr txBox="1"/>
          <p:nvPr>
            <p:ph idx="5" type="body"/>
          </p:nvPr>
        </p:nvSpPr>
        <p:spPr>
          <a:xfrm>
            <a:off x="6539991" y="4008437"/>
            <a:ext cx="5183188" cy="1197864"/>
          </a:xfrm>
          <a:prstGeom prst="rect">
            <a:avLst/>
          </a:prstGeom>
          <a:noFill/>
          <a:ln>
            <a:noFill/>
          </a:ln>
        </p:spPr>
        <p:txBody>
          <a:bodyPr anchorCtr="0" anchor="t" bIns="45700" lIns="91425" spcFirstLastPara="1" rIns="91425" wrap="square" tIns="45700">
            <a:noAutofit/>
          </a:bodyPr>
          <a:lstStyle/>
          <a:p>
            <a:pPr indent="-283464" lvl="0" marL="283464" rtl="0" algn="l">
              <a:lnSpc>
                <a:spcPct val="100000"/>
              </a:lnSpc>
              <a:spcBef>
                <a:spcPts val="0"/>
              </a:spcBef>
              <a:spcAft>
                <a:spcPts val="0"/>
              </a:spcAft>
              <a:buClr>
                <a:schemeClr val="accent1"/>
              </a:buClr>
              <a:buSzPts val="1600"/>
              <a:buChar char="▪"/>
            </a:pPr>
            <a:r>
              <a:rPr lang="en-GB" sz="1600">
                <a:latin typeface="DM Sans Medium"/>
                <a:ea typeface="DM Sans Medium"/>
                <a:cs typeface="DM Sans Medium"/>
                <a:sym typeface="DM Sans Medium"/>
              </a:rPr>
              <a:t>Passionate in Business and Environment + Starts a business to sell items made from waste materials</a:t>
            </a:r>
            <a:endParaRPr sz="1600">
              <a:latin typeface="DM Sans Medium"/>
              <a:ea typeface="DM Sans Medium"/>
              <a:cs typeface="DM Sans Medium"/>
              <a:sym typeface="DM Sans Medium"/>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Passionate in Art + Technology, Pursues Graphic design, posts on Social media</a:t>
            </a:r>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Passionate in French and Cooking + Shares French recipes, records cooking videos in French and posts online</a:t>
            </a:r>
            <a:endParaRPr sz="1600">
              <a:latin typeface="DM Sans Medium"/>
              <a:ea typeface="DM Sans Medium"/>
              <a:cs typeface="DM Sans Medium"/>
              <a:sym typeface="DM Sans Medium"/>
            </a:endParaRPr>
          </a:p>
        </p:txBody>
      </p:sp>
      <p:sp>
        <p:nvSpPr>
          <p:cNvPr id="335" name="Google Shape;335;p7"/>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36" name="Google Shape;336;p7"/>
          <p:cNvSpPr txBox="1"/>
          <p:nvPr>
            <p:ph idx="11" type="ftr"/>
          </p:nvPr>
        </p:nvSpPr>
        <p:spPr>
          <a:xfrm>
            <a:off x="4808249" y="6517634"/>
            <a:ext cx="2750231"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37" name="Google Shape;337;p7"/>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8"/>
          <p:cNvSpPr txBox="1"/>
          <p:nvPr>
            <p:ph type="title"/>
          </p:nvPr>
        </p:nvSpPr>
        <p:spPr>
          <a:xfrm>
            <a:off x="6379297" y="135889"/>
            <a:ext cx="4718304" cy="16459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000"/>
              <a:buFont typeface="DM Sans Medium"/>
              <a:buNone/>
            </a:pPr>
            <a:r>
              <a:rPr lang="en-GB">
                <a:latin typeface="DM Sans Medium"/>
                <a:ea typeface="DM Sans Medium"/>
                <a:cs typeface="DM Sans Medium"/>
                <a:sym typeface="DM Sans Medium"/>
              </a:rPr>
              <a:t>Activities</a:t>
            </a:r>
            <a:endParaRPr>
              <a:latin typeface="DM Sans Medium"/>
              <a:ea typeface="DM Sans Medium"/>
              <a:cs typeface="DM Sans Medium"/>
              <a:sym typeface="DM Sans Medium"/>
            </a:endParaRPr>
          </a:p>
        </p:txBody>
      </p:sp>
      <p:pic>
        <p:nvPicPr>
          <p:cNvPr descr="A statue" id="343" name="Google Shape;343;p8"/>
          <p:cNvPicPr preferRelativeResize="0"/>
          <p:nvPr>
            <p:ph idx="2" type="pic"/>
          </p:nvPr>
        </p:nvPicPr>
        <p:blipFill rotWithShape="1">
          <a:blip r:embed="rId3">
            <a:alphaModFix/>
          </a:blip>
          <a:srcRect b="0" l="222" r="221" t="0"/>
          <a:stretch/>
        </p:blipFill>
        <p:spPr>
          <a:xfrm>
            <a:off x="1636301" y="928122"/>
            <a:ext cx="3251199" cy="5001754"/>
          </a:xfrm>
          <a:prstGeom prst="rect">
            <a:avLst/>
          </a:prstGeom>
          <a:noFill/>
          <a:ln cap="flat" cmpd="sng" w="15875">
            <a:solidFill>
              <a:schemeClr val="accent1"/>
            </a:solidFill>
            <a:prstDash val="solid"/>
            <a:round/>
            <a:headEnd len="sm" w="sm" type="none"/>
            <a:tailEnd len="sm" w="sm" type="none"/>
          </a:ln>
        </p:spPr>
      </p:pic>
      <p:sp>
        <p:nvSpPr>
          <p:cNvPr id="344" name="Google Shape;344;p8"/>
          <p:cNvSpPr txBox="1"/>
          <p:nvPr>
            <p:ph idx="1" type="body"/>
          </p:nvPr>
        </p:nvSpPr>
        <p:spPr>
          <a:xfrm>
            <a:off x="6379297" y="1598354"/>
            <a:ext cx="4718304" cy="2029968"/>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chemeClr val="accent1"/>
              </a:buClr>
              <a:buSzPts val="1800"/>
              <a:buFont typeface="Arial"/>
              <a:buChar char="•"/>
            </a:pPr>
            <a:r>
              <a:rPr lang="en-GB">
                <a:latin typeface="DM Sans Medium"/>
                <a:ea typeface="DM Sans Medium"/>
                <a:cs typeface="DM Sans Medium"/>
                <a:sym typeface="DM Sans Medium"/>
              </a:rPr>
              <a:t>Come up with your activities list with your personal brand in mind</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Have 10 Activities</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Arrange from Most Important to Least Important</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Be realistic with the Number of Hours and Weeks that you indicate</a:t>
            </a:r>
            <a:endParaRPr/>
          </a:p>
          <a:p>
            <a:pPr indent="-285750" lvl="0" marL="285750" rtl="0" algn="l">
              <a:lnSpc>
                <a:spcPct val="100000"/>
              </a:lnSpc>
              <a:spcBef>
                <a:spcPts val="1000"/>
              </a:spcBef>
              <a:spcAft>
                <a:spcPts val="0"/>
              </a:spcAft>
              <a:buClr>
                <a:schemeClr val="accent1"/>
              </a:buClr>
              <a:buSzPts val="1800"/>
              <a:buFont typeface="Arial"/>
              <a:buChar char="•"/>
            </a:pPr>
            <a:r>
              <a:rPr lang="en-GB">
                <a:latin typeface="DM Sans Medium"/>
                <a:ea typeface="DM Sans Medium"/>
                <a:cs typeface="DM Sans Medium"/>
                <a:sym typeface="DM Sans Medium"/>
              </a:rPr>
              <a:t>Use action verbs and add relevant statistics, for example</a:t>
            </a:r>
            <a:endParaRPr/>
          </a:p>
          <a:p>
            <a:pPr indent="-285750" lvl="0" marL="285750" rtl="0" algn="l">
              <a:lnSpc>
                <a:spcPct val="100000"/>
              </a:lnSpc>
              <a:spcBef>
                <a:spcPts val="1000"/>
              </a:spcBef>
              <a:spcAft>
                <a:spcPts val="0"/>
              </a:spcAft>
              <a:buClr>
                <a:schemeClr val="accent1"/>
              </a:buClr>
              <a:buSzPts val="1800"/>
              <a:buFont typeface="DM Sans Medium"/>
              <a:buChar char="-"/>
            </a:pPr>
            <a:r>
              <a:rPr lang="en-GB">
                <a:latin typeface="DM Sans Medium"/>
                <a:ea typeface="DM Sans Medium"/>
                <a:cs typeface="DM Sans Medium"/>
                <a:sym typeface="DM Sans Medium"/>
              </a:rPr>
              <a:t>Raised Ksh. 25,000 for the purchase of 100 books…</a:t>
            </a:r>
            <a:endParaRPr/>
          </a:p>
          <a:p>
            <a:pPr indent="-285750" lvl="0" marL="285750" rtl="0" algn="l">
              <a:lnSpc>
                <a:spcPct val="100000"/>
              </a:lnSpc>
              <a:spcBef>
                <a:spcPts val="1000"/>
              </a:spcBef>
              <a:spcAft>
                <a:spcPts val="0"/>
              </a:spcAft>
              <a:buClr>
                <a:schemeClr val="accent1"/>
              </a:buClr>
              <a:buSzPts val="1800"/>
              <a:buFont typeface="DM Sans Medium"/>
              <a:buChar char="-"/>
            </a:pPr>
            <a:r>
              <a:rPr lang="en-GB">
                <a:latin typeface="DM Sans Medium"/>
                <a:ea typeface="DM Sans Medium"/>
                <a:cs typeface="DM Sans Medium"/>
                <a:sym typeface="DM Sans Medium"/>
              </a:rPr>
              <a:t>Mentored 40 students…</a:t>
            </a:r>
            <a:endParaRPr/>
          </a:p>
          <a:p>
            <a:pPr indent="-285750" lvl="0" marL="285750" rtl="0" algn="l">
              <a:lnSpc>
                <a:spcPct val="100000"/>
              </a:lnSpc>
              <a:spcBef>
                <a:spcPts val="1000"/>
              </a:spcBef>
              <a:spcAft>
                <a:spcPts val="0"/>
              </a:spcAft>
              <a:buClr>
                <a:schemeClr val="accent1"/>
              </a:buClr>
              <a:buSzPts val="1800"/>
              <a:buFont typeface="DM Sans Medium"/>
              <a:buChar char="-"/>
            </a:pPr>
            <a:r>
              <a:rPr lang="en-GB">
                <a:latin typeface="DM Sans Medium"/>
                <a:ea typeface="DM Sans Medium"/>
                <a:cs typeface="DM Sans Medium"/>
                <a:sym typeface="DM Sans Medium"/>
              </a:rPr>
              <a:t>Spearheaded 2 environmental campaigns, planted 450 trees…</a:t>
            </a:r>
            <a:endParaRPr/>
          </a:p>
          <a:p>
            <a:pPr indent="-171450" lvl="0" marL="285750" rtl="0" algn="l">
              <a:lnSpc>
                <a:spcPct val="100000"/>
              </a:lnSpc>
              <a:spcBef>
                <a:spcPts val="1000"/>
              </a:spcBef>
              <a:spcAft>
                <a:spcPts val="0"/>
              </a:spcAft>
              <a:buClr>
                <a:schemeClr val="accent1"/>
              </a:buClr>
              <a:buSzPts val="1800"/>
              <a:buFont typeface="Arial"/>
              <a:buNone/>
            </a:pPr>
            <a:r>
              <a:t/>
            </a:r>
            <a:endParaRPr>
              <a:latin typeface="DM Sans Medium"/>
              <a:ea typeface="DM Sans Medium"/>
              <a:cs typeface="DM Sans Medium"/>
              <a:sym typeface="DM Sans Medium"/>
            </a:endParaRPr>
          </a:p>
          <a:p>
            <a:pPr indent="-171450" lvl="0" marL="285750" rtl="0" algn="l">
              <a:lnSpc>
                <a:spcPct val="100000"/>
              </a:lnSpc>
              <a:spcBef>
                <a:spcPts val="1000"/>
              </a:spcBef>
              <a:spcAft>
                <a:spcPts val="0"/>
              </a:spcAft>
              <a:buClr>
                <a:schemeClr val="accent1"/>
              </a:buClr>
              <a:buSzPts val="1800"/>
              <a:buFont typeface="Arial"/>
              <a:buNone/>
            </a:pPr>
            <a:r>
              <a:t/>
            </a:r>
            <a:endParaRPr>
              <a:latin typeface="DM Sans Medium"/>
              <a:ea typeface="DM Sans Medium"/>
              <a:cs typeface="DM Sans Medium"/>
              <a:sym typeface="DM Sans Medium"/>
            </a:endParaRPr>
          </a:p>
        </p:txBody>
      </p:sp>
      <p:sp>
        <p:nvSpPr>
          <p:cNvPr id="345" name="Google Shape;345;p8"/>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46" name="Google Shape;346;p8"/>
          <p:cNvSpPr txBox="1"/>
          <p:nvPr>
            <p:ph idx="11" type="ftr"/>
          </p:nvPr>
        </p:nvSpPr>
        <p:spPr>
          <a:xfrm>
            <a:off x="4808250" y="6517634"/>
            <a:ext cx="2691508"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47" name="Google Shape;347;p8"/>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9"/>
          <p:cNvSpPr txBox="1"/>
          <p:nvPr>
            <p:ph type="title"/>
          </p:nvPr>
        </p:nvSpPr>
        <p:spPr>
          <a:xfrm>
            <a:off x="941832" y="1005840"/>
            <a:ext cx="7187184" cy="4251960"/>
          </a:xfrm>
          <a:prstGeom prst="rect">
            <a:avLst/>
          </a:prstGeom>
          <a:noFill/>
          <a:ln>
            <a:noFill/>
          </a:ln>
        </p:spPr>
        <p:txBody>
          <a:bodyPr anchorCtr="0" anchor="b"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Arial"/>
              <a:buChar char="•"/>
            </a:pPr>
            <a:r>
              <a:rPr lang="en-GB" sz="2000">
                <a:latin typeface="DM Sans Medium"/>
                <a:ea typeface="DM Sans Medium"/>
                <a:cs typeface="DM Sans Medium"/>
                <a:sym typeface="DM Sans Medium"/>
              </a:rPr>
              <a:t>Let the same ideas also show in your essays.</a:t>
            </a: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1. Personal Statement – Give New Information. Try and focus on things not mentioned in the rest of your app</a:t>
            </a:r>
            <a:br>
              <a:rPr lang="en-GB" sz="2000">
                <a:latin typeface="DM Sans Medium"/>
                <a:ea typeface="DM Sans Medium"/>
                <a:cs typeface="DM Sans Medium"/>
                <a:sym typeface="DM Sans Medium"/>
              </a:rPr>
            </a:b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2. Supplementary Essays</a:t>
            </a: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 Focus on one aspect/activity at a time.</a:t>
            </a: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 Use the space given to illustrate and show how your qualities/passions come into action.</a:t>
            </a: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 DO LOTS OF RESEARCH (Especially Why Us and Why Major essays) and be intricate. Mention specific labs/professors/places in the school/school traditions</a:t>
            </a:r>
            <a:br>
              <a:rPr lang="en-GB" sz="2000">
                <a:latin typeface="DM Sans Medium"/>
                <a:ea typeface="DM Sans Medium"/>
                <a:cs typeface="DM Sans Medium"/>
                <a:sym typeface="DM Sans Medium"/>
              </a:rPr>
            </a:br>
            <a:r>
              <a:rPr lang="en-GB" sz="2000">
                <a:latin typeface="DM Sans Medium"/>
                <a:ea typeface="DM Sans Medium"/>
                <a:cs typeface="DM Sans Medium"/>
                <a:sym typeface="DM Sans Medium"/>
              </a:rPr>
              <a:t>- Show, Don’t tell. Instead of saying you “helped your community” be specific and go into detail, explaining how/why/when</a:t>
            </a:r>
            <a:endParaRPr sz="2000">
              <a:latin typeface="DM Sans Medium"/>
              <a:ea typeface="DM Sans Medium"/>
              <a:cs typeface="DM Sans Medium"/>
              <a:sym typeface="DM Sans Medium"/>
            </a:endParaRPr>
          </a:p>
        </p:txBody>
      </p:sp>
      <p:sp>
        <p:nvSpPr>
          <p:cNvPr id="353" name="Google Shape;353;p9"/>
          <p:cNvSpPr txBox="1"/>
          <p:nvPr>
            <p:ph idx="1" type="subTitle"/>
          </p:nvPr>
        </p:nvSpPr>
        <p:spPr>
          <a:xfrm>
            <a:off x="941832" y="5312664"/>
            <a:ext cx="2889504" cy="365760"/>
          </a:xfrm>
          <a:prstGeom prst="rect">
            <a:avLst/>
          </a:prstGeom>
          <a:solidFill>
            <a:schemeClr val="accent3"/>
          </a:solidFill>
          <a:ln>
            <a:noFill/>
          </a:ln>
        </p:spPr>
        <p:txBody>
          <a:bodyPr anchorCtr="0" anchor="t" bIns="45700" lIns="91425" spcFirstLastPara="1" rIns="91425" wrap="square" tIns="45700">
            <a:normAutofit fontScale="92500"/>
          </a:bodyPr>
          <a:lstStyle/>
          <a:p>
            <a:pPr indent="0" lvl="0" marL="0" rtl="0" algn="ctr">
              <a:lnSpc>
                <a:spcPct val="90000"/>
              </a:lnSpc>
              <a:spcBef>
                <a:spcPts val="0"/>
              </a:spcBef>
              <a:spcAft>
                <a:spcPts val="0"/>
              </a:spcAft>
              <a:buClr>
                <a:schemeClr val="dk1"/>
              </a:buClr>
              <a:buSzPct val="100000"/>
              <a:buNone/>
            </a:pPr>
            <a:r>
              <a:rPr lang="en-GB">
                <a:latin typeface="DM Sans Medium"/>
                <a:ea typeface="DM Sans Medium"/>
                <a:cs typeface="DM Sans Medium"/>
                <a:sym typeface="DM Sans Medium"/>
              </a:rPr>
              <a:t>Also use </a:t>
            </a:r>
            <a:r>
              <a:rPr lang="en-GB">
                <a:solidFill>
                  <a:srgbClr val="7030A0"/>
                </a:solidFill>
                <a:latin typeface="DM Sans Medium"/>
                <a:ea typeface="DM Sans Medium"/>
                <a:cs typeface="DM Sans Medium"/>
                <a:sym typeface="DM Sans Medium"/>
              </a:rPr>
              <a:t>College Essay Guy</a:t>
            </a:r>
            <a:endParaRPr>
              <a:solidFill>
                <a:srgbClr val="7030A0"/>
              </a:solidFill>
              <a:latin typeface="DM Sans Medium"/>
              <a:ea typeface="DM Sans Medium"/>
              <a:cs typeface="DM Sans Medium"/>
              <a:sym typeface="DM Sans Medium"/>
            </a:endParaRPr>
          </a:p>
        </p:txBody>
      </p:sp>
      <p:sp>
        <p:nvSpPr>
          <p:cNvPr id="354" name="Google Shape;354;p9"/>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55" name="Google Shape;355;p9"/>
          <p:cNvSpPr txBox="1"/>
          <p:nvPr>
            <p:ph idx="11" type="ftr"/>
          </p:nvPr>
        </p:nvSpPr>
        <p:spPr>
          <a:xfrm>
            <a:off x="4808249" y="6517634"/>
            <a:ext cx="2683119"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56" name="Google Shape;356;p9"/>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357" name="Google Shape;357;p9"/>
          <p:cNvPicPr preferRelativeResize="0"/>
          <p:nvPr>
            <p:ph idx="2" type="pic"/>
          </p:nvPr>
        </p:nvPicPr>
        <p:blipFill rotWithShape="1">
          <a:blip r:embed="rId3">
            <a:alphaModFix/>
          </a:blip>
          <a:srcRect b="0" l="33157" r="33157" t="0"/>
          <a:stretch/>
        </p:blipFill>
        <p:spPr>
          <a:xfrm>
            <a:off x="8937714" y="1028362"/>
            <a:ext cx="2451100" cy="4800597"/>
          </a:xfrm>
          <a:prstGeom prst="rect">
            <a:avLst/>
          </a:prstGeom>
          <a:noFill/>
          <a:ln cap="flat" cmpd="sng" w="1587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descr="A row of white marble pillars" id="362" name="Google Shape;362;p10"/>
          <p:cNvPicPr preferRelativeResize="0"/>
          <p:nvPr>
            <p:ph idx="2" type="pic"/>
          </p:nvPr>
        </p:nvPicPr>
        <p:blipFill rotWithShape="1">
          <a:blip r:embed="rId3">
            <a:alphaModFix/>
          </a:blip>
          <a:srcRect b="0" l="0" r="0" t="0"/>
          <a:stretch/>
        </p:blipFill>
        <p:spPr>
          <a:xfrm>
            <a:off x="0" y="0"/>
            <a:ext cx="12192000" cy="6858000"/>
          </a:xfrm>
          <a:prstGeom prst="rect">
            <a:avLst/>
          </a:prstGeom>
          <a:solidFill>
            <a:srgbClr val="BDB7A4"/>
          </a:solidFill>
          <a:ln>
            <a:noFill/>
          </a:ln>
        </p:spPr>
      </p:pic>
      <p:cxnSp>
        <p:nvCxnSpPr>
          <p:cNvPr id="363" name="Google Shape;363;p10"/>
          <p:cNvCxnSpPr/>
          <p:nvPr/>
        </p:nvCxnSpPr>
        <p:spPr>
          <a:xfrm>
            <a:off x="-12700" y="5282777"/>
            <a:ext cx="6535479" cy="0"/>
          </a:xfrm>
          <a:prstGeom prst="straightConnector1">
            <a:avLst/>
          </a:prstGeom>
          <a:noFill/>
          <a:ln cap="flat" cmpd="sng" w="15875">
            <a:solidFill>
              <a:schemeClr val="accent1"/>
            </a:solidFill>
            <a:prstDash val="solid"/>
            <a:miter lim="800000"/>
            <a:headEnd len="sm" w="sm" type="none"/>
            <a:tailEnd len="sm" w="sm" type="none"/>
          </a:ln>
        </p:spPr>
      </p:cxnSp>
      <p:cxnSp>
        <p:nvCxnSpPr>
          <p:cNvPr id="364" name="Google Shape;364;p10"/>
          <p:cNvCxnSpPr/>
          <p:nvPr/>
        </p:nvCxnSpPr>
        <p:spPr>
          <a:xfrm>
            <a:off x="9696893" y="5282777"/>
            <a:ext cx="2495107" cy="0"/>
          </a:xfrm>
          <a:prstGeom prst="straightConnector1">
            <a:avLst/>
          </a:prstGeom>
          <a:noFill/>
          <a:ln cap="flat" cmpd="sng" w="15875">
            <a:solidFill>
              <a:schemeClr val="accent1"/>
            </a:solidFill>
            <a:prstDash val="solid"/>
            <a:miter lim="800000"/>
            <a:headEnd len="sm" w="sm" type="none"/>
            <a:tailEnd len="sm" w="sm" type="none"/>
          </a:ln>
        </p:spPr>
      </p:cxnSp>
      <p:sp>
        <p:nvSpPr>
          <p:cNvPr id="365" name="Google Shape;365;p10"/>
          <p:cNvSpPr txBox="1"/>
          <p:nvPr/>
        </p:nvSpPr>
        <p:spPr>
          <a:xfrm>
            <a:off x="6623225" y="4233775"/>
            <a:ext cx="3259200" cy="220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3700" u="none" cap="none" strike="noStrike">
                <a:solidFill>
                  <a:srgbClr val="FFC000"/>
                </a:solidFill>
                <a:latin typeface="DM Sans Medium"/>
                <a:ea typeface="DM Sans Medium"/>
                <a:cs typeface="DM Sans Medium"/>
                <a:sym typeface="DM Sans Medium"/>
              </a:rPr>
              <a:t>SAT</a:t>
            </a:r>
            <a:endParaRPr sz="5900">
              <a:solidFill>
                <a:srgbClr val="FFC000"/>
              </a:solidFill>
              <a:latin typeface="DM Sans Medium"/>
              <a:ea typeface="DM Sans Medium"/>
              <a:cs typeface="DM Sans Medium"/>
              <a:sym typeface="DM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1"/>
          <p:cNvSpPr txBox="1"/>
          <p:nvPr>
            <p:ph type="title"/>
          </p:nvPr>
        </p:nvSpPr>
        <p:spPr>
          <a:xfrm>
            <a:off x="855678" y="214219"/>
            <a:ext cx="4718304" cy="16459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4000"/>
              <a:buFont typeface="DM Sans Medium"/>
              <a:buNone/>
            </a:pPr>
            <a:r>
              <a:rPr lang="en-GB">
                <a:latin typeface="DM Sans Medium"/>
                <a:ea typeface="DM Sans Medium"/>
                <a:cs typeface="DM Sans Medium"/>
                <a:sym typeface="DM Sans Medium"/>
              </a:rPr>
              <a:t>SAT Preparation</a:t>
            </a:r>
            <a:endParaRPr>
              <a:latin typeface="DM Sans Medium"/>
              <a:ea typeface="DM Sans Medium"/>
              <a:cs typeface="DM Sans Medium"/>
              <a:sym typeface="DM Sans Medium"/>
            </a:endParaRPr>
          </a:p>
        </p:txBody>
      </p:sp>
      <p:sp>
        <p:nvSpPr>
          <p:cNvPr id="371" name="Google Shape;371;p11"/>
          <p:cNvSpPr txBox="1"/>
          <p:nvPr>
            <p:ph idx="1" type="body"/>
          </p:nvPr>
        </p:nvSpPr>
        <p:spPr>
          <a:xfrm>
            <a:off x="855678" y="1323856"/>
            <a:ext cx="4718304" cy="2029968"/>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chemeClr val="accent1"/>
              </a:buClr>
              <a:buSzPts val="1700"/>
              <a:buFont typeface="Arial"/>
              <a:buChar char="•"/>
            </a:pPr>
            <a:r>
              <a:rPr lang="en-GB" sz="1700">
                <a:latin typeface="DM Sans Medium"/>
                <a:ea typeface="DM Sans Medium"/>
                <a:cs typeface="DM Sans Medium"/>
                <a:sym typeface="DM Sans Medium"/>
              </a:rPr>
              <a:t>Do the SAT, many schools are no longer Test Optional like they were in the Covid era</a:t>
            </a:r>
            <a:endParaRPr/>
          </a:p>
          <a:p>
            <a:pPr indent="-285750" lvl="0" marL="285750" rtl="0" algn="l">
              <a:lnSpc>
                <a:spcPct val="100000"/>
              </a:lnSpc>
              <a:spcBef>
                <a:spcPts val="1000"/>
              </a:spcBef>
              <a:spcAft>
                <a:spcPts val="0"/>
              </a:spcAft>
              <a:buClr>
                <a:schemeClr val="accent1"/>
              </a:buClr>
              <a:buSzPts val="1700"/>
              <a:buFont typeface="Arial"/>
              <a:buChar char="•"/>
            </a:pPr>
            <a:r>
              <a:rPr lang="en-GB" sz="1700">
                <a:latin typeface="DM Sans Medium"/>
                <a:ea typeface="DM Sans Medium"/>
                <a:cs typeface="DM Sans Medium"/>
                <a:sym typeface="DM Sans Medium"/>
              </a:rPr>
              <a:t>Use </a:t>
            </a:r>
            <a:r>
              <a:rPr lang="en-GB" sz="1700">
                <a:solidFill>
                  <a:srgbClr val="92D050"/>
                </a:solidFill>
                <a:latin typeface="DM Sans Medium"/>
                <a:ea typeface="DM Sans Medium"/>
                <a:cs typeface="DM Sans Medium"/>
                <a:sym typeface="DM Sans Medium"/>
              </a:rPr>
              <a:t>Khan Academy </a:t>
            </a:r>
            <a:r>
              <a:rPr lang="en-GB" sz="1700">
                <a:latin typeface="DM Sans Medium"/>
                <a:ea typeface="DM Sans Medium"/>
                <a:cs typeface="DM Sans Medium"/>
                <a:sym typeface="DM Sans Medium"/>
              </a:rPr>
              <a:t>Extensively, it has many topical questions for both Maths and English</a:t>
            </a:r>
            <a:endParaRPr/>
          </a:p>
          <a:p>
            <a:pPr indent="-285750" lvl="0" marL="285750" rtl="0" algn="l">
              <a:lnSpc>
                <a:spcPct val="100000"/>
              </a:lnSpc>
              <a:spcBef>
                <a:spcPts val="1000"/>
              </a:spcBef>
              <a:spcAft>
                <a:spcPts val="0"/>
              </a:spcAft>
              <a:buClr>
                <a:schemeClr val="accent1"/>
              </a:buClr>
              <a:buSzPts val="1700"/>
              <a:buFont typeface="Arial"/>
              <a:buChar char="•"/>
            </a:pPr>
            <a:r>
              <a:rPr lang="en-GB" sz="1700">
                <a:latin typeface="DM Sans Medium"/>
                <a:ea typeface="DM Sans Medium"/>
                <a:cs typeface="DM Sans Medium"/>
                <a:sym typeface="DM Sans Medium"/>
              </a:rPr>
              <a:t>Download </a:t>
            </a:r>
            <a:r>
              <a:rPr lang="en-GB" sz="1700">
                <a:solidFill>
                  <a:srgbClr val="00B0F0"/>
                </a:solidFill>
                <a:latin typeface="DM Sans Medium"/>
                <a:ea typeface="DM Sans Medium"/>
                <a:cs typeface="DM Sans Medium"/>
                <a:sym typeface="DM Sans Medium"/>
              </a:rPr>
              <a:t>Bluebook</a:t>
            </a:r>
            <a:r>
              <a:rPr lang="en-GB" sz="1700">
                <a:latin typeface="DM Sans Medium"/>
                <a:ea typeface="DM Sans Medium"/>
                <a:cs typeface="DM Sans Medium"/>
                <a:sym typeface="DM Sans Medium"/>
              </a:rPr>
              <a:t> and do a few practice tests once in a while AND review your mistakes</a:t>
            </a:r>
            <a:endParaRPr/>
          </a:p>
          <a:p>
            <a:pPr indent="-285750" lvl="0" marL="285750" rtl="0" algn="l">
              <a:lnSpc>
                <a:spcPct val="100000"/>
              </a:lnSpc>
              <a:spcBef>
                <a:spcPts val="1000"/>
              </a:spcBef>
              <a:spcAft>
                <a:spcPts val="0"/>
              </a:spcAft>
              <a:buClr>
                <a:schemeClr val="accent1"/>
              </a:buClr>
              <a:buSzPts val="1700"/>
              <a:buFont typeface="Arial"/>
              <a:buChar char="•"/>
            </a:pPr>
            <a:r>
              <a:rPr lang="en-GB" sz="1700">
                <a:latin typeface="DM Sans Medium"/>
                <a:ea typeface="DM Sans Medium"/>
                <a:cs typeface="DM Sans Medium"/>
                <a:sym typeface="DM Sans Medium"/>
              </a:rPr>
              <a:t>Look up “</a:t>
            </a:r>
            <a:r>
              <a:rPr lang="en-GB" sz="1700">
                <a:solidFill>
                  <a:srgbClr val="FAA290"/>
                </a:solidFill>
                <a:latin typeface="DM Sans Medium"/>
                <a:ea typeface="DM Sans Medium"/>
                <a:cs typeface="DM Sans Medium"/>
                <a:sym typeface="DM Sans Medium"/>
              </a:rPr>
              <a:t>Middle 50% SAT Score</a:t>
            </a:r>
            <a:r>
              <a:rPr lang="en-GB" sz="1700">
                <a:latin typeface="DM Sans Medium"/>
                <a:ea typeface="DM Sans Medium"/>
                <a:cs typeface="DM Sans Medium"/>
                <a:sym typeface="DM Sans Medium"/>
              </a:rPr>
              <a:t>” for the school that you are applying to in order to set a reasonable target score.</a:t>
            </a:r>
            <a:endParaRPr/>
          </a:p>
          <a:p>
            <a:pPr indent="-285750" lvl="0" marL="285750" rtl="0" algn="l">
              <a:lnSpc>
                <a:spcPct val="100000"/>
              </a:lnSpc>
              <a:spcBef>
                <a:spcPts val="1000"/>
              </a:spcBef>
              <a:spcAft>
                <a:spcPts val="0"/>
              </a:spcAft>
              <a:buClr>
                <a:schemeClr val="accent1"/>
              </a:buClr>
              <a:buSzPts val="1700"/>
              <a:buFont typeface="Arial"/>
              <a:buChar char="•"/>
            </a:pPr>
            <a:r>
              <a:rPr lang="en-GB" sz="1700">
                <a:latin typeface="DM Sans Medium"/>
                <a:ea typeface="DM Sans Medium"/>
                <a:cs typeface="DM Sans Medium"/>
                <a:sym typeface="DM Sans Medium"/>
              </a:rPr>
              <a:t>Make the prep </a:t>
            </a:r>
            <a:r>
              <a:rPr lang="en-GB" sz="1700">
                <a:solidFill>
                  <a:srgbClr val="00B050"/>
                </a:solidFill>
                <a:latin typeface="DM Sans Medium"/>
                <a:ea typeface="DM Sans Medium"/>
                <a:cs typeface="DM Sans Medium"/>
                <a:sym typeface="DM Sans Medium"/>
              </a:rPr>
              <a:t>very regular</a:t>
            </a:r>
            <a:r>
              <a:rPr lang="en-GB" sz="1700">
                <a:latin typeface="DM Sans Medium"/>
                <a:ea typeface="DM Sans Medium"/>
                <a:cs typeface="DM Sans Medium"/>
                <a:sym typeface="DM Sans Medium"/>
              </a:rPr>
              <a:t>, do not do it only 1 day a week. The more you practise, the better your speed and the higher your accuracy (if you review your mistakes)</a:t>
            </a:r>
            <a:endParaRPr/>
          </a:p>
          <a:p>
            <a:pPr indent="-285750" lvl="0" marL="285750" rtl="0" algn="l">
              <a:lnSpc>
                <a:spcPct val="100000"/>
              </a:lnSpc>
              <a:spcBef>
                <a:spcPts val="1000"/>
              </a:spcBef>
              <a:spcAft>
                <a:spcPts val="0"/>
              </a:spcAft>
              <a:buClr>
                <a:schemeClr val="accent1"/>
              </a:buClr>
              <a:buSzPts val="1700"/>
              <a:buFont typeface="Arial"/>
              <a:buChar char="•"/>
            </a:pPr>
            <a:r>
              <a:rPr lang="en-GB" sz="1700">
                <a:latin typeface="DM Sans Medium"/>
                <a:ea typeface="DM Sans Medium"/>
                <a:cs typeface="DM Sans Medium"/>
                <a:sym typeface="DM Sans Medium"/>
              </a:rPr>
              <a:t>You may do the SAT </a:t>
            </a:r>
            <a:r>
              <a:rPr lang="en-GB" sz="1700">
                <a:solidFill>
                  <a:srgbClr val="FFC000"/>
                </a:solidFill>
                <a:latin typeface="DM Sans Medium"/>
                <a:ea typeface="DM Sans Medium"/>
                <a:cs typeface="DM Sans Medium"/>
                <a:sym typeface="DM Sans Medium"/>
              </a:rPr>
              <a:t>multiple times</a:t>
            </a:r>
            <a:endParaRPr sz="1700">
              <a:solidFill>
                <a:srgbClr val="FFC000"/>
              </a:solidFill>
              <a:latin typeface="DM Sans Medium"/>
              <a:ea typeface="DM Sans Medium"/>
              <a:cs typeface="DM Sans Medium"/>
              <a:sym typeface="DM Sans Medium"/>
            </a:endParaRPr>
          </a:p>
        </p:txBody>
      </p:sp>
      <p:sp>
        <p:nvSpPr>
          <p:cNvPr id="372" name="Google Shape;372;p11"/>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73" name="Google Shape;373;p11"/>
          <p:cNvSpPr txBox="1"/>
          <p:nvPr>
            <p:ph idx="11" type="ftr"/>
          </p:nvPr>
        </p:nvSpPr>
        <p:spPr>
          <a:xfrm>
            <a:off x="4808250" y="6517634"/>
            <a:ext cx="2708734"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74" name="Google Shape;374;p11"/>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375" name="Google Shape;375;p11"/>
          <p:cNvPicPr preferRelativeResize="0"/>
          <p:nvPr>
            <p:ph idx="2" type="pic"/>
          </p:nvPr>
        </p:nvPicPr>
        <p:blipFill rotWithShape="1">
          <a:blip r:embed="rId3">
            <a:alphaModFix/>
          </a:blip>
          <a:srcRect b="0" l="25602" r="35481" t="0"/>
          <a:stretch/>
        </p:blipFill>
        <p:spPr>
          <a:xfrm>
            <a:off x="6795084" y="852947"/>
            <a:ext cx="4639110" cy="5001754"/>
          </a:xfrm>
          <a:prstGeom prst="rect">
            <a:avLst/>
          </a:prstGeom>
          <a:noFill/>
          <a:ln cap="flat" cmpd="sng" w="15875">
            <a:solidFill>
              <a:schemeClr val="accent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descr="A row of white marble pillars" id="380" name="Google Shape;380;p12"/>
          <p:cNvPicPr preferRelativeResize="0"/>
          <p:nvPr>
            <p:ph idx="2" type="pic"/>
          </p:nvPr>
        </p:nvPicPr>
        <p:blipFill rotWithShape="1">
          <a:blip r:embed="rId3">
            <a:alphaModFix/>
          </a:blip>
          <a:srcRect b="0" l="0" r="0" t="0"/>
          <a:stretch/>
        </p:blipFill>
        <p:spPr>
          <a:xfrm>
            <a:off x="0" y="0"/>
            <a:ext cx="12192000" cy="6858000"/>
          </a:xfrm>
          <a:prstGeom prst="rect">
            <a:avLst/>
          </a:prstGeom>
          <a:solidFill>
            <a:srgbClr val="BDB7A4"/>
          </a:solidFill>
          <a:ln>
            <a:noFill/>
          </a:ln>
        </p:spPr>
      </p:pic>
      <p:cxnSp>
        <p:nvCxnSpPr>
          <p:cNvPr id="381" name="Google Shape;381;p12"/>
          <p:cNvCxnSpPr/>
          <p:nvPr/>
        </p:nvCxnSpPr>
        <p:spPr>
          <a:xfrm>
            <a:off x="-12700" y="5282777"/>
            <a:ext cx="6535479" cy="0"/>
          </a:xfrm>
          <a:prstGeom prst="straightConnector1">
            <a:avLst/>
          </a:prstGeom>
          <a:noFill/>
          <a:ln cap="flat" cmpd="sng" w="15875">
            <a:solidFill>
              <a:schemeClr val="accent1"/>
            </a:solidFill>
            <a:prstDash val="solid"/>
            <a:miter lim="800000"/>
            <a:headEnd len="sm" w="sm" type="none"/>
            <a:tailEnd len="sm" w="sm" type="none"/>
          </a:ln>
        </p:spPr>
      </p:cxnSp>
      <p:cxnSp>
        <p:nvCxnSpPr>
          <p:cNvPr id="382" name="Google Shape;382;p12"/>
          <p:cNvCxnSpPr/>
          <p:nvPr/>
        </p:nvCxnSpPr>
        <p:spPr>
          <a:xfrm>
            <a:off x="9696893" y="5282777"/>
            <a:ext cx="2495107" cy="0"/>
          </a:xfrm>
          <a:prstGeom prst="straightConnector1">
            <a:avLst/>
          </a:prstGeom>
          <a:noFill/>
          <a:ln cap="flat" cmpd="sng" w="15875">
            <a:solidFill>
              <a:schemeClr val="accent1"/>
            </a:solidFill>
            <a:prstDash val="solid"/>
            <a:miter lim="800000"/>
            <a:headEnd len="sm" w="sm" type="none"/>
            <a:tailEnd len="sm" w="sm" type="none"/>
          </a:ln>
        </p:spPr>
      </p:cxnSp>
      <p:sp>
        <p:nvSpPr>
          <p:cNvPr id="383" name="Google Shape;383;p12"/>
          <p:cNvSpPr txBox="1"/>
          <p:nvPr/>
        </p:nvSpPr>
        <p:spPr>
          <a:xfrm>
            <a:off x="801266" y="4149885"/>
            <a:ext cx="8781571"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6000">
                <a:solidFill>
                  <a:srgbClr val="FFFF00"/>
                </a:solidFill>
                <a:latin typeface="DM Sans Medium"/>
                <a:ea typeface="DM Sans Medium"/>
                <a:cs typeface="DM Sans Medium"/>
                <a:sym typeface="DM Sans Medium"/>
              </a:rPr>
              <a:t>Recommendation Letters</a:t>
            </a:r>
            <a:endParaRPr sz="6000">
              <a:solidFill>
                <a:srgbClr val="FFFF00"/>
              </a:solidFill>
              <a:latin typeface="DM Sans Medium"/>
              <a:ea typeface="DM Sans Medium"/>
              <a:cs typeface="DM Sans Medium"/>
              <a:sym typeface="DM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3"/>
          <p:cNvSpPr txBox="1"/>
          <p:nvPr>
            <p:ph type="title"/>
          </p:nvPr>
        </p:nvSpPr>
        <p:spPr>
          <a:xfrm>
            <a:off x="466344" y="36576"/>
            <a:ext cx="5294376" cy="9692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DM Sans Medium"/>
              <a:buNone/>
            </a:pPr>
            <a:r>
              <a:rPr lang="en-GB" sz="3600">
                <a:latin typeface="DM Sans Medium"/>
                <a:ea typeface="DM Sans Medium"/>
                <a:cs typeface="DM Sans Medium"/>
                <a:sym typeface="DM Sans Medium"/>
              </a:rPr>
              <a:t>Recommendation Letters</a:t>
            </a:r>
            <a:endParaRPr sz="3600">
              <a:latin typeface="DM Sans Medium"/>
              <a:ea typeface="DM Sans Medium"/>
              <a:cs typeface="DM Sans Medium"/>
              <a:sym typeface="DM Sans Medium"/>
            </a:endParaRPr>
          </a:p>
        </p:txBody>
      </p:sp>
      <p:sp>
        <p:nvSpPr>
          <p:cNvPr id="389" name="Google Shape;389;p13"/>
          <p:cNvSpPr txBox="1"/>
          <p:nvPr>
            <p:ph idx="1" type="body"/>
          </p:nvPr>
        </p:nvSpPr>
        <p:spPr>
          <a:xfrm>
            <a:off x="6565392" y="361698"/>
            <a:ext cx="5157787" cy="466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2400"/>
              <a:buNone/>
            </a:pPr>
            <a:r>
              <a:rPr lang="en-GB">
                <a:latin typeface="DM Sans Medium"/>
                <a:ea typeface="DM Sans Medium"/>
                <a:cs typeface="DM Sans Medium"/>
                <a:sym typeface="DM Sans Medium"/>
              </a:rPr>
              <a:t>Pick Recommenders Wisely</a:t>
            </a:r>
            <a:endParaRPr>
              <a:latin typeface="DM Sans Medium"/>
              <a:ea typeface="DM Sans Medium"/>
              <a:cs typeface="DM Sans Medium"/>
              <a:sym typeface="DM Sans Medium"/>
            </a:endParaRPr>
          </a:p>
        </p:txBody>
      </p:sp>
      <p:sp>
        <p:nvSpPr>
          <p:cNvPr id="390" name="Google Shape;390;p13"/>
          <p:cNvSpPr txBox="1"/>
          <p:nvPr>
            <p:ph idx="3" type="body"/>
          </p:nvPr>
        </p:nvSpPr>
        <p:spPr>
          <a:xfrm>
            <a:off x="6565392" y="1082545"/>
            <a:ext cx="5157787" cy="2029968"/>
          </a:xfrm>
          <a:prstGeom prst="rect">
            <a:avLst/>
          </a:prstGeom>
          <a:noFill/>
          <a:ln>
            <a:noFill/>
          </a:ln>
        </p:spPr>
        <p:txBody>
          <a:bodyPr anchorCtr="0" anchor="t" bIns="45700" lIns="91425" spcFirstLastPara="1" rIns="91425" wrap="square" tIns="45700">
            <a:noAutofit/>
          </a:bodyPr>
          <a:lstStyle/>
          <a:p>
            <a:pPr indent="-283464" lvl="0" marL="283464" rtl="0" algn="l">
              <a:lnSpc>
                <a:spcPct val="100000"/>
              </a:lnSpc>
              <a:spcBef>
                <a:spcPts val="0"/>
              </a:spcBef>
              <a:spcAft>
                <a:spcPts val="0"/>
              </a:spcAft>
              <a:buClr>
                <a:schemeClr val="accent1"/>
              </a:buClr>
              <a:buSzPts val="1600"/>
              <a:buChar char="▪"/>
            </a:pPr>
            <a:r>
              <a:rPr lang="en-GB" sz="1600">
                <a:latin typeface="DM Sans Medium"/>
                <a:ea typeface="DM Sans Medium"/>
                <a:cs typeface="DM Sans Medium"/>
                <a:sym typeface="DM Sans Medium"/>
              </a:rPr>
              <a:t>Look at your application and identify the 2 subject areas that are the most dominant. For example, Mathematics and History.</a:t>
            </a:r>
            <a:endParaRPr/>
          </a:p>
          <a:p>
            <a:pPr indent="-283464" lvl="0" marL="283464" rtl="0" algn="l">
              <a:lnSpc>
                <a:spcPct val="100000"/>
              </a:lnSpc>
              <a:spcBef>
                <a:spcPts val="1800"/>
              </a:spcBef>
              <a:spcAft>
                <a:spcPts val="0"/>
              </a:spcAft>
              <a:buClr>
                <a:schemeClr val="accent1"/>
              </a:buClr>
              <a:buSzPts val="1600"/>
              <a:buChar char="▪"/>
            </a:pPr>
            <a:r>
              <a:rPr lang="en-GB" sz="1600">
                <a:latin typeface="DM Sans Medium"/>
                <a:ea typeface="DM Sans Medium"/>
                <a:cs typeface="DM Sans Medium"/>
                <a:sym typeface="DM Sans Medium"/>
              </a:rPr>
              <a:t>Apart from the Counsellor's and Teachers’ recommendations, you can get additional letters, it can be from another teacher, a sports coach, or a supervisor, or a mentor (Must not be related to you)</a:t>
            </a:r>
            <a:endParaRPr sz="1600">
              <a:latin typeface="DM Sans Medium"/>
              <a:ea typeface="DM Sans Medium"/>
              <a:cs typeface="DM Sans Medium"/>
              <a:sym typeface="DM Sans Medium"/>
            </a:endParaRPr>
          </a:p>
        </p:txBody>
      </p:sp>
      <p:sp>
        <p:nvSpPr>
          <p:cNvPr id="391" name="Google Shape;391;p13"/>
          <p:cNvSpPr txBox="1"/>
          <p:nvPr>
            <p:ph idx="4" type="body"/>
          </p:nvPr>
        </p:nvSpPr>
        <p:spPr>
          <a:xfrm>
            <a:off x="6539991" y="3087367"/>
            <a:ext cx="5183188" cy="466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1"/>
              </a:buClr>
              <a:buSzPts val="2400"/>
              <a:buNone/>
            </a:pPr>
            <a:r>
              <a:rPr lang="en-GB">
                <a:latin typeface="DM Sans Medium"/>
                <a:ea typeface="DM Sans Medium"/>
                <a:cs typeface="DM Sans Medium"/>
                <a:sym typeface="DM Sans Medium"/>
              </a:rPr>
              <a:t>Content</a:t>
            </a:r>
            <a:endParaRPr>
              <a:latin typeface="DM Sans Medium"/>
              <a:ea typeface="DM Sans Medium"/>
              <a:cs typeface="DM Sans Medium"/>
              <a:sym typeface="DM Sans Medium"/>
            </a:endParaRPr>
          </a:p>
        </p:txBody>
      </p:sp>
      <p:sp>
        <p:nvSpPr>
          <p:cNvPr id="392" name="Google Shape;392;p13"/>
          <p:cNvSpPr txBox="1"/>
          <p:nvPr>
            <p:ph idx="5" type="body"/>
          </p:nvPr>
        </p:nvSpPr>
        <p:spPr>
          <a:xfrm>
            <a:off x="6539991" y="3528565"/>
            <a:ext cx="5183188" cy="1197864"/>
          </a:xfrm>
          <a:prstGeom prst="rect">
            <a:avLst/>
          </a:prstGeom>
          <a:noFill/>
          <a:ln>
            <a:noFill/>
          </a:ln>
        </p:spPr>
        <p:txBody>
          <a:bodyPr anchorCtr="0" anchor="t" bIns="45700" lIns="91425" spcFirstLastPara="1" rIns="91425" wrap="square" tIns="45700">
            <a:noAutofit/>
          </a:bodyPr>
          <a:lstStyle/>
          <a:p>
            <a:pPr indent="-283464" lvl="0" marL="283464" rtl="0" algn="l">
              <a:lnSpc>
                <a:spcPct val="100000"/>
              </a:lnSpc>
              <a:spcBef>
                <a:spcPts val="0"/>
              </a:spcBef>
              <a:spcAft>
                <a:spcPts val="0"/>
              </a:spcAft>
              <a:buClr>
                <a:schemeClr val="accent1"/>
              </a:buClr>
              <a:buSzPts val="1800"/>
              <a:buChar char="▪"/>
            </a:pPr>
            <a:r>
              <a:rPr lang="en-GB">
                <a:latin typeface="DM Sans Medium"/>
                <a:ea typeface="DM Sans Medium"/>
                <a:cs typeface="DM Sans Medium"/>
                <a:sym typeface="DM Sans Medium"/>
              </a:rPr>
              <a:t>The Counsellor’s Letter is general, should cover you in class and out of class, your strengths, your passions, your awards + WITH ILLUSTRATIONS</a:t>
            </a:r>
            <a:endParaRPr/>
          </a:p>
          <a:p>
            <a:pPr indent="-283464" lvl="0" marL="283464" rtl="0" algn="l">
              <a:lnSpc>
                <a:spcPct val="100000"/>
              </a:lnSpc>
              <a:spcBef>
                <a:spcPts val="1800"/>
              </a:spcBef>
              <a:spcAft>
                <a:spcPts val="0"/>
              </a:spcAft>
              <a:buClr>
                <a:schemeClr val="accent1"/>
              </a:buClr>
              <a:buSzPts val="1800"/>
              <a:buChar char="▪"/>
            </a:pPr>
            <a:r>
              <a:rPr lang="en-GB">
                <a:latin typeface="DM Sans Medium"/>
                <a:ea typeface="DM Sans Medium"/>
                <a:cs typeface="DM Sans Medium"/>
                <a:sym typeface="DM Sans Medium"/>
              </a:rPr>
              <a:t>The other letters are more specific. Teacher’s Letters cover you and what you did in the subject, leadership roles you had etc. A coach’s letter would cover your performance in the game, leadership, teamwork etc.</a:t>
            </a:r>
            <a:endParaRPr>
              <a:latin typeface="DM Sans Medium"/>
              <a:ea typeface="DM Sans Medium"/>
              <a:cs typeface="DM Sans Medium"/>
              <a:sym typeface="DM Sans Medium"/>
            </a:endParaRPr>
          </a:p>
        </p:txBody>
      </p:sp>
      <p:sp>
        <p:nvSpPr>
          <p:cNvPr id="393" name="Google Shape;393;p13"/>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394" name="Google Shape;394;p13"/>
          <p:cNvSpPr txBox="1"/>
          <p:nvPr>
            <p:ph idx="11" type="ftr"/>
          </p:nvPr>
        </p:nvSpPr>
        <p:spPr>
          <a:xfrm>
            <a:off x="4808249" y="6517634"/>
            <a:ext cx="2750231"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395" name="Google Shape;395;p13"/>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396" name="Google Shape;396;p13"/>
          <p:cNvPicPr preferRelativeResize="0"/>
          <p:nvPr>
            <p:ph idx="2" type="pic"/>
          </p:nvPr>
        </p:nvPicPr>
        <p:blipFill rotWithShape="1">
          <a:blip r:embed="rId3">
            <a:alphaModFix/>
          </a:blip>
          <a:srcRect b="390" l="7884" r="1139" t="-391"/>
          <a:stretch/>
        </p:blipFill>
        <p:spPr>
          <a:xfrm>
            <a:off x="444501" y="1592221"/>
            <a:ext cx="5207000" cy="4292599"/>
          </a:xfrm>
          <a:prstGeom prst="rect">
            <a:avLst/>
          </a:prstGeom>
          <a:noFill/>
          <a:ln cap="flat" cmpd="sng" w="15875">
            <a:solidFill>
              <a:schemeClr val="accent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row of white marble pillars" id="401" name="Google Shape;401;p14"/>
          <p:cNvPicPr preferRelativeResize="0"/>
          <p:nvPr>
            <p:ph idx="2" type="pic"/>
          </p:nvPr>
        </p:nvPicPr>
        <p:blipFill rotWithShape="1">
          <a:blip r:embed="rId3">
            <a:alphaModFix/>
          </a:blip>
          <a:srcRect b="0" l="0" r="0" t="0"/>
          <a:stretch/>
        </p:blipFill>
        <p:spPr>
          <a:xfrm>
            <a:off x="0" y="0"/>
            <a:ext cx="12192000" cy="6858000"/>
          </a:xfrm>
          <a:prstGeom prst="rect">
            <a:avLst/>
          </a:prstGeom>
          <a:solidFill>
            <a:srgbClr val="BDB7A4"/>
          </a:solidFill>
          <a:ln>
            <a:noFill/>
          </a:ln>
        </p:spPr>
      </p:pic>
      <p:cxnSp>
        <p:nvCxnSpPr>
          <p:cNvPr id="402" name="Google Shape;402;p14"/>
          <p:cNvCxnSpPr/>
          <p:nvPr/>
        </p:nvCxnSpPr>
        <p:spPr>
          <a:xfrm>
            <a:off x="-12700" y="5282777"/>
            <a:ext cx="6535479" cy="0"/>
          </a:xfrm>
          <a:prstGeom prst="straightConnector1">
            <a:avLst/>
          </a:prstGeom>
          <a:noFill/>
          <a:ln cap="flat" cmpd="sng" w="15875">
            <a:solidFill>
              <a:schemeClr val="accent1"/>
            </a:solidFill>
            <a:prstDash val="solid"/>
            <a:miter lim="800000"/>
            <a:headEnd len="sm" w="sm" type="none"/>
            <a:tailEnd len="sm" w="sm" type="none"/>
          </a:ln>
        </p:spPr>
      </p:cxnSp>
      <p:cxnSp>
        <p:nvCxnSpPr>
          <p:cNvPr id="403" name="Google Shape;403;p14"/>
          <p:cNvCxnSpPr/>
          <p:nvPr/>
        </p:nvCxnSpPr>
        <p:spPr>
          <a:xfrm>
            <a:off x="9696893" y="5282777"/>
            <a:ext cx="2495107" cy="0"/>
          </a:xfrm>
          <a:prstGeom prst="straightConnector1">
            <a:avLst/>
          </a:prstGeom>
          <a:noFill/>
          <a:ln cap="flat" cmpd="sng" w="15875">
            <a:solidFill>
              <a:schemeClr val="accent1"/>
            </a:solidFill>
            <a:prstDash val="solid"/>
            <a:miter lim="800000"/>
            <a:headEnd len="sm" w="sm" type="none"/>
            <a:tailEnd len="sm" w="sm" type="none"/>
          </a:ln>
        </p:spPr>
      </p:cxnSp>
      <p:sp>
        <p:nvSpPr>
          <p:cNvPr id="404" name="Google Shape;404;p14"/>
          <p:cNvSpPr txBox="1"/>
          <p:nvPr/>
        </p:nvSpPr>
        <p:spPr>
          <a:xfrm>
            <a:off x="406983" y="3161901"/>
            <a:ext cx="7056740" cy="29238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6000">
                <a:solidFill>
                  <a:srgbClr val="00B0F0"/>
                </a:solidFill>
                <a:latin typeface="DM Sans Medium"/>
                <a:ea typeface="DM Sans Medium"/>
                <a:cs typeface="DM Sans Medium"/>
                <a:sym typeface="DM Sans Medium"/>
              </a:rPr>
              <a:t>How do you </a:t>
            </a:r>
            <a:endParaRPr/>
          </a:p>
          <a:p>
            <a:pPr indent="0" lvl="0" marL="0" marR="0" rtl="0" algn="l">
              <a:spcBef>
                <a:spcPts val="0"/>
              </a:spcBef>
              <a:spcAft>
                <a:spcPts val="0"/>
              </a:spcAft>
              <a:buNone/>
            </a:pPr>
            <a:r>
              <a:rPr lang="en-GB" sz="6000">
                <a:solidFill>
                  <a:srgbClr val="00B0F0"/>
                </a:solidFill>
                <a:latin typeface="DM Sans Medium"/>
                <a:ea typeface="DM Sans Medium"/>
                <a:cs typeface="DM Sans Medium"/>
                <a:sym typeface="DM Sans Medium"/>
              </a:rPr>
              <a:t>Make a College List?</a:t>
            </a:r>
            <a:endParaRPr/>
          </a:p>
          <a:p>
            <a:pPr indent="0" lvl="0" marL="0" marR="0" rtl="0" algn="l">
              <a:spcBef>
                <a:spcPts val="0"/>
              </a:spcBef>
              <a:spcAft>
                <a:spcPts val="0"/>
              </a:spcAft>
              <a:buNone/>
            </a:pPr>
            <a:r>
              <a:t/>
            </a:r>
            <a:endParaRPr sz="3200">
              <a:solidFill>
                <a:srgbClr val="00B0F0"/>
              </a:solidFill>
              <a:latin typeface="DM Sans Medium"/>
              <a:ea typeface="DM Sans Medium"/>
              <a:cs typeface="DM Sans Medium"/>
              <a:sym typeface="DM Sans Medium"/>
            </a:endParaRPr>
          </a:p>
          <a:p>
            <a:pPr indent="0" lvl="0" marL="0" marR="0" rtl="0" algn="l">
              <a:spcBef>
                <a:spcPts val="0"/>
              </a:spcBef>
              <a:spcAft>
                <a:spcPts val="0"/>
              </a:spcAft>
              <a:buNone/>
            </a:pPr>
            <a:r>
              <a:rPr lang="en-GB" sz="3200">
                <a:solidFill>
                  <a:schemeClr val="lt1"/>
                </a:solidFill>
                <a:latin typeface="DM Sans Medium"/>
                <a:ea typeface="DM Sans Medium"/>
                <a:cs typeface="DM Sans Medium"/>
                <a:sym typeface="DM Sans Medium"/>
              </a:rPr>
              <a:t>10 – 15 schools</a:t>
            </a:r>
            <a:endParaRPr sz="3200">
              <a:solidFill>
                <a:schemeClr val="lt1"/>
              </a:solidFill>
              <a:latin typeface="DM Sans Medium"/>
              <a:ea typeface="DM Sans Medium"/>
              <a:cs typeface="DM Sans Medium"/>
              <a:sym typeface="DM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5"/>
          <p:cNvSpPr txBox="1"/>
          <p:nvPr>
            <p:ph type="title"/>
          </p:nvPr>
        </p:nvSpPr>
        <p:spPr>
          <a:xfrm>
            <a:off x="467868" y="54864"/>
            <a:ext cx="11256264" cy="969264"/>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DM Sans Medium"/>
              <a:buNone/>
            </a:pPr>
            <a:r>
              <a:rPr lang="en-GB">
                <a:latin typeface="DM Sans Medium"/>
                <a:ea typeface="DM Sans Medium"/>
                <a:cs typeface="DM Sans Medium"/>
                <a:sym typeface="DM Sans Medium"/>
              </a:rPr>
              <a:t>FOCUS ON:</a:t>
            </a:r>
            <a:endParaRPr>
              <a:latin typeface="DM Sans Medium"/>
              <a:ea typeface="DM Sans Medium"/>
              <a:cs typeface="DM Sans Medium"/>
              <a:sym typeface="DM Sans Medium"/>
            </a:endParaRPr>
          </a:p>
        </p:txBody>
      </p:sp>
      <p:sp>
        <p:nvSpPr>
          <p:cNvPr id="410" name="Google Shape;410;p15"/>
          <p:cNvSpPr/>
          <p:nvPr>
            <p:ph idx="19" type="body"/>
          </p:nvPr>
        </p:nvSpPr>
        <p:spPr>
          <a:xfrm>
            <a:off x="125315" y="4971000"/>
            <a:ext cx="1030991" cy="948424"/>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None/>
            </a:pPr>
            <a:r>
              <a:rPr lang="en-GB" sz="3200">
                <a:latin typeface="DM Sans Medium"/>
                <a:ea typeface="DM Sans Medium"/>
                <a:cs typeface="DM Sans Medium"/>
                <a:sym typeface="DM Sans Medium"/>
              </a:rPr>
              <a:t>1</a:t>
            </a:r>
            <a:endParaRPr>
              <a:latin typeface="DM Sans Medium"/>
              <a:ea typeface="DM Sans Medium"/>
              <a:cs typeface="DM Sans Medium"/>
              <a:sym typeface="DM Sans Medium"/>
            </a:endParaRPr>
          </a:p>
        </p:txBody>
      </p:sp>
      <p:sp>
        <p:nvSpPr>
          <p:cNvPr id="411" name="Google Shape;411;p15"/>
          <p:cNvSpPr txBox="1"/>
          <p:nvPr>
            <p:ph idx="14" type="body"/>
          </p:nvPr>
        </p:nvSpPr>
        <p:spPr>
          <a:xfrm>
            <a:off x="1230481" y="4385013"/>
            <a:ext cx="3858768"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None/>
            </a:pPr>
            <a:r>
              <a:rPr lang="en-GB" sz="3200">
                <a:latin typeface="DM Sans Medium"/>
                <a:ea typeface="DM Sans Medium"/>
                <a:cs typeface="DM Sans Medium"/>
                <a:sym typeface="DM Sans Medium"/>
              </a:rPr>
              <a:t>Financial Aid</a:t>
            </a:r>
            <a:endParaRPr sz="3200">
              <a:latin typeface="DM Sans Medium"/>
              <a:ea typeface="DM Sans Medium"/>
              <a:cs typeface="DM Sans Medium"/>
              <a:sym typeface="DM Sans Medium"/>
            </a:endParaRPr>
          </a:p>
        </p:txBody>
      </p:sp>
      <p:sp>
        <p:nvSpPr>
          <p:cNvPr id="412" name="Google Shape;412;p15"/>
          <p:cNvSpPr txBox="1"/>
          <p:nvPr>
            <p:ph idx="13" type="body"/>
          </p:nvPr>
        </p:nvSpPr>
        <p:spPr>
          <a:xfrm>
            <a:off x="1230481" y="4851357"/>
            <a:ext cx="4113306" cy="53246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GB">
                <a:latin typeface="DM Sans Medium"/>
                <a:ea typeface="DM Sans Medium"/>
                <a:cs typeface="DM Sans Medium"/>
                <a:sym typeface="DM Sans Medium"/>
              </a:rPr>
              <a:t>Prioritize Schools that give larger (or ideally 100%) scholarship amounts+ international students. Also look out for schools with special scholarships</a:t>
            </a:r>
            <a:endParaRPr/>
          </a:p>
          <a:p>
            <a:pPr indent="0" lvl="0" marL="0" rtl="0" algn="l">
              <a:lnSpc>
                <a:spcPct val="100000"/>
              </a:lnSpc>
              <a:spcBef>
                <a:spcPts val="0"/>
              </a:spcBef>
              <a:spcAft>
                <a:spcPts val="0"/>
              </a:spcAft>
              <a:buClr>
                <a:schemeClr val="dk1"/>
              </a:buClr>
              <a:buSzPts val="1800"/>
              <a:buNone/>
            </a:pPr>
            <a:r>
              <a:rPr lang="en-GB">
                <a:latin typeface="DM Sans Medium"/>
                <a:ea typeface="DM Sans Medium"/>
                <a:cs typeface="DM Sans Medium"/>
                <a:sym typeface="DM Sans Medium"/>
              </a:rPr>
              <a:t>St Lawrence – Kenyan Scholarship</a:t>
            </a:r>
            <a:endParaRPr>
              <a:latin typeface="DM Sans Medium"/>
              <a:ea typeface="DM Sans Medium"/>
              <a:cs typeface="DM Sans Medium"/>
              <a:sym typeface="DM Sans Medium"/>
            </a:endParaRPr>
          </a:p>
        </p:txBody>
      </p:sp>
      <p:sp>
        <p:nvSpPr>
          <p:cNvPr id="413" name="Google Shape;413;p15"/>
          <p:cNvSpPr txBox="1"/>
          <p:nvPr>
            <p:ph idx="4" type="body"/>
          </p:nvPr>
        </p:nvSpPr>
        <p:spPr>
          <a:xfrm>
            <a:off x="5634474" y="1279472"/>
            <a:ext cx="2843784"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GB">
                <a:latin typeface="DM Sans Medium"/>
                <a:ea typeface="DM Sans Medium"/>
                <a:cs typeface="DM Sans Medium"/>
                <a:sym typeface="DM Sans Medium"/>
              </a:rPr>
              <a:t>Need-Blind before Need Aware</a:t>
            </a:r>
            <a:endParaRPr>
              <a:latin typeface="DM Sans Medium"/>
              <a:ea typeface="DM Sans Medium"/>
              <a:cs typeface="DM Sans Medium"/>
              <a:sym typeface="DM Sans Medium"/>
            </a:endParaRPr>
          </a:p>
        </p:txBody>
      </p:sp>
      <p:sp>
        <p:nvSpPr>
          <p:cNvPr id="414" name="Google Shape;414;p15"/>
          <p:cNvSpPr txBox="1"/>
          <p:nvPr>
            <p:ph idx="3" type="body"/>
          </p:nvPr>
        </p:nvSpPr>
        <p:spPr>
          <a:xfrm>
            <a:off x="5634474" y="2067578"/>
            <a:ext cx="2843784" cy="18273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GB">
                <a:latin typeface="DM Sans Medium"/>
                <a:ea typeface="DM Sans Medium"/>
                <a:cs typeface="DM Sans Medium"/>
                <a:sym typeface="DM Sans Medium"/>
              </a:rPr>
              <a:t>Put more emphasis on schools that do not take into account your financial status when making admissions decisions</a:t>
            </a:r>
            <a:endParaRPr>
              <a:latin typeface="DM Sans Medium"/>
              <a:ea typeface="DM Sans Medium"/>
              <a:cs typeface="DM Sans Medium"/>
              <a:sym typeface="DM Sans Medium"/>
            </a:endParaRPr>
          </a:p>
        </p:txBody>
      </p:sp>
      <p:sp>
        <p:nvSpPr>
          <p:cNvPr id="415" name="Google Shape;415;p15"/>
          <p:cNvSpPr/>
          <p:nvPr>
            <p:ph idx="17" type="body"/>
          </p:nvPr>
        </p:nvSpPr>
        <p:spPr>
          <a:xfrm>
            <a:off x="8331954" y="1271818"/>
            <a:ext cx="385566" cy="395082"/>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1600"/>
              <a:buNone/>
            </a:pPr>
            <a:r>
              <a:rPr lang="en-GB">
                <a:latin typeface="DM Sans Medium"/>
                <a:ea typeface="DM Sans Medium"/>
                <a:cs typeface="DM Sans Medium"/>
                <a:sym typeface="DM Sans Medium"/>
              </a:rPr>
              <a:t>2</a:t>
            </a:r>
            <a:endParaRPr/>
          </a:p>
        </p:txBody>
      </p:sp>
      <p:sp>
        <p:nvSpPr>
          <p:cNvPr id="416" name="Google Shape;416;p15"/>
          <p:cNvSpPr txBox="1"/>
          <p:nvPr>
            <p:ph idx="8" type="body"/>
          </p:nvPr>
        </p:nvSpPr>
        <p:spPr>
          <a:xfrm>
            <a:off x="5634474" y="3863004"/>
            <a:ext cx="2843784"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None/>
            </a:pPr>
            <a:r>
              <a:rPr lang="en-GB" sz="2000">
                <a:latin typeface="DM Sans Medium"/>
                <a:ea typeface="DM Sans Medium"/>
                <a:cs typeface="DM Sans Medium"/>
                <a:sym typeface="DM Sans Medium"/>
              </a:rPr>
              <a:t>Academic Programs Offered</a:t>
            </a:r>
            <a:endParaRPr sz="2000">
              <a:latin typeface="DM Sans Medium"/>
              <a:ea typeface="DM Sans Medium"/>
              <a:cs typeface="DM Sans Medium"/>
              <a:sym typeface="DM Sans Medium"/>
            </a:endParaRPr>
          </a:p>
        </p:txBody>
      </p:sp>
      <p:sp>
        <p:nvSpPr>
          <p:cNvPr id="417" name="Google Shape;417;p15"/>
          <p:cNvSpPr txBox="1"/>
          <p:nvPr>
            <p:ph idx="7" type="body"/>
          </p:nvPr>
        </p:nvSpPr>
        <p:spPr>
          <a:xfrm>
            <a:off x="5634474" y="4478824"/>
            <a:ext cx="3083046" cy="16459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GB" sz="1600">
                <a:latin typeface="DM Sans Medium"/>
                <a:ea typeface="DM Sans Medium"/>
                <a:cs typeface="DM Sans Medium"/>
                <a:sym typeface="DM Sans Medium"/>
              </a:rPr>
              <a:t>Not every school has certain majors, like Nuclear Engineering.</a:t>
            </a:r>
            <a:endParaRPr/>
          </a:p>
          <a:p>
            <a:pPr indent="0" lvl="0" marL="0" rtl="0" algn="l">
              <a:lnSpc>
                <a:spcPct val="100000"/>
              </a:lnSpc>
              <a:spcBef>
                <a:spcPts val="0"/>
              </a:spcBef>
              <a:spcAft>
                <a:spcPts val="0"/>
              </a:spcAft>
              <a:buClr>
                <a:schemeClr val="dk1"/>
              </a:buClr>
              <a:buSzPts val="1600"/>
              <a:buNone/>
            </a:pPr>
            <a:r>
              <a:rPr lang="en-GB" sz="1600">
                <a:latin typeface="DM Sans Medium"/>
                <a:ea typeface="DM Sans Medium"/>
                <a:cs typeface="DM Sans Medium"/>
                <a:sym typeface="DM Sans Medium"/>
              </a:rPr>
              <a:t>Also, different schools are better for different goals</a:t>
            </a:r>
            <a:endParaRPr/>
          </a:p>
          <a:p>
            <a:pPr indent="0" lvl="0" marL="0" rtl="0" algn="l">
              <a:lnSpc>
                <a:spcPct val="100000"/>
              </a:lnSpc>
              <a:spcBef>
                <a:spcPts val="0"/>
              </a:spcBef>
              <a:spcAft>
                <a:spcPts val="0"/>
              </a:spcAft>
              <a:buClr>
                <a:schemeClr val="dk1"/>
              </a:buClr>
              <a:buSzPts val="1600"/>
              <a:buNone/>
            </a:pPr>
            <a:r>
              <a:rPr lang="en-GB" sz="1600">
                <a:latin typeface="DM Sans Medium"/>
                <a:ea typeface="DM Sans Medium"/>
                <a:cs typeface="DM Sans Medium"/>
                <a:sym typeface="DM Sans Medium"/>
              </a:rPr>
              <a:t>MIT – Engineering</a:t>
            </a:r>
            <a:endParaRPr/>
          </a:p>
          <a:p>
            <a:pPr indent="0" lvl="0" marL="0" rtl="0" algn="l">
              <a:lnSpc>
                <a:spcPct val="100000"/>
              </a:lnSpc>
              <a:spcBef>
                <a:spcPts val="0"/>
              </a:spcBef>
              <a:spcAft>
                <a:spcPts val="0"/>
              </a:spcAft>
              <a:buClr>
                <a:schemeClr val="dk1"/>
              </a:buClr>
              <a:buSzPts val="1600"/>
              <a:buNone/>
            </a:pPr>
            <a:r>
              <a:rPr lang="en-GB" sz="1600">
                <a:latin typeface="DM Sans Medium"/>
                <a:ea typeface="DM Sans Medium"/>
                <a:cs typeface="DM Sans Medium"/>
                <a:sym typeface="DM Sans Medium"/>
              </a:rPr>
              <a:t>Yale - Language</a:t>
            </a:r>
            <a:endParaRPr/>
          </a:p>
          <a:p>
            <a:pPr indent="0" lvl="0" marL="0" rtl="0" algn="l">
              <a:lnSpc>
                <a:spcPct val="100000"/>
              </a:lnSpc>
              <a:spcBef>
                <a:spcPts val="0"/>
              </a:spcBef>
              <a:spcAft>
                <a:spcPts val="0"/>
              </a:spcAft>
              <a:buClr>
                <a:schemeClr val="dk1"/>
              </a:buClr>
              <a:buSzPts val="1600"/>
              <a:buNone/>
            </a:pPr>
            <a:r>
              <a:rPr lang="en-GB" sz="1600">
                <a:latin typeface="DM Sans Medium"/>
                <a:ea typeface="DM Sans Medium"/>
                <a:cs typeface="DM Sans Medium"/>
                <a:sym typeface="DM Sans Medium"/>
              </a:rPr>
              <a:t>Wharton (Upenn) - Business</a:t>
            </a:r>
            <a:endParaRPr sz="1600">
              <a:latin typeface="DM Sans Medium"/>
              <a:ea typeface="DM Sans Medium"/>
              <a:cs typeface="DM Sans Medium"/>
              <a:sym typeface="DM Sans Medium"/>
            </a:endParaRPr>
          </a:p>
        </p:txBody>
      </p:sp>
      <p:sp>
        <p:nvSpPr>
          <p:cNvPr id="418" name="Google Shape;418;p15"/>
          <p:cNvSpPr/>
          <p:nvPr>
            <p:ph idx="18" type="body"/>
          </p:nvPr>
        </p:nvSpPr>
        <p:spPr>
          <a:xfrm>
            <a:off x="8289166" y="3968728"/>
            <a:ext cx="378184" cy="360620"/>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1600"/>
              <a:buNone/>
            </a:pPr>
            <a:r>
              <a:rPr lang="en-GB">
                <a:latin typeface="DM Sans Medium"/>
                <a:ea typeface="DM Sans Medium"/>
                <a:cs typeface="DM Sans Medium"/>
                <a:sym typeface="DM Sans Medium"/>
              </a:rPr>
              <a:t>3</a:t>
            </a:r>
            <a:endParaRPr/>
          </a:p>
        </p:txBody>
      </p:sp>
      <p:sp>
        <p:nvSpPr>
          <p:cNvPr id="419" name="Google Shape;419;p15"/>
          <p:cNvSpPr txBox="1"/>
          <p:nvPr>
            <p:ph idx="5" type="body"/>
          </p:nvPr>
        </p:nvSpPr>
        <p:spPr>
          <a:xfrm>
            <a:off x="9023483" y="1278001"/>
            <a:ext cx="2843784"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GB">
                <a:latin typeface="DM Sans Medium"/>
                <a:ea typeface="DM Sans Medium"/>
                <a:cs typeface="DM Sans Medium"/>
                <a:sym typeface="DM Sans Medium"/>
              </a:rPr>
              <a:t>Location</a:t>
            </a:r>
            <a:endParaRPr>
              <a:latin typeface="DM Sans Medium"/>
              <a:ea typeface="DM Sans Medium"/>
              <a:cs typeface="DM Sans Medium"/>
              <a:sym typeface="DM Sans Medium"/>
            </a:endParaRPr>
          </a:p>
        </p:txBody>
      </p:sp>
      <p:sp>
        <p:nvSpPr>
          <p:cNvPr id="420" name="Google Shape;420;p15"/>
          <p:cNvSpPr txBox="1"/>
          <p:nvPr>
            <p:ph idx="1" type="body"/>
          </p:nvPr>
        </p:nvSpPr>
        <p:spPr>
          <a:xfrm>
            <a:off x="9023483" y="1802860"/>
            <a:ext cx="2843784" cy="18273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Some schools are right next to big cities hence more opportunities – Columbia, NYC</a:t>
            </a:r>
            <a:endParaRPr/>
          </a:p>
          <a:p>
            <a:pPr indent="0" lvl="0" marL="0" rtl="0" algn="l">
              <a:lnSpc>
                <a:spcPct val="100000"/>
              </a:lnSpc>
              <a:spcBef>
                <a:spcPts val="0"/>
              </a:spcBef>
              <a:spcAft>
                <a:spcPts val="0"/>
              </a:spcAft>
              <a:buClr>
                <a:schemeClr val="dk1"/>
              </a:buClr>
              <a:buSzPts val="1400"/>
              <a:buNone/>
            </a:pPr>
            <a:r>
              <a:t/>
            </a:r>
            <a:endParaRPr sz="1400">
              <a:latin typeface="DM Sans Medium"/>
              <a:ea typeface="DM Sans Medium"/>
              <a:cs typeface="DM Sans Medium"/>
              <a:sym typeface="DM Sans Medium"/>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Some schools are in very cold places, others in warm places</a:t>
            </a:r>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Caltech, California – Warm</a:t>
            </a:r>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Colby, Maine - Cold</a:t>
            </a:r>
            <a:endParaRPr sz="1400">
              <a:latin typeface="DM Sans Medium"/>
              <a:ea typeface="DM Sans Medium"/>
              <a:cs typeface="DM Sans Medium"/>
              <a:sym typeface="DM Sans Medium"/>
            </a:endParaRPr>
          </a:p>
        </p:txBody>
      </p:sp>
      <p:sp>
        <p:nvSpPr>
          <p:cNvPr id="421" name="Google Shape;421;p15"/>
          <p:cNvSpPr/>
          <p:nvPr>
            <p:ph idx="15" type="body"/>
          </p:nvPr>
        </p:nvSpPr>
        <p:spPr>
          <a:xfrm>
            <a:off x="11572731" y="1323055"/>
            <a:ext cx="469837" cy="421290"/>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1600"/>
              <a:buNone/>
            </a:pPr>
            <a:r>
              <a:rPr lang="en-GB">
                <a:latin typeface="DM Sans Medium"/>
                <a:ea typeface="DM Sans Medium"/>
                <a:cs typeface="DM Sans Medium"/>
                <a:sym typeface="DM Sans Medium"/>
              </a:rPr>
              <a:t>4</a:t>
            </a:r>
            <a:endParaRPr/>
          </a:p>
        </p:txBody>
      </p:sp>
      <p:sp>
        <p:nvSpPr>
          <p:cNvPr id="422" name="Google Shape;422;p15"/>
          <p:cNvSpPr txBox="1"/>
          <p:nvPr>
            <p:ph idx="9" type="body"/>
          </p:nvPr>
        </p:nvSpPr>
        <p:spPr>
          <a:xfrm>
            <a:off x="9023483" y="4078224"/>
            <a:ext cx="2843784" cy="4663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lang="en-GB">
                <a:latin typeface="DM Sans Medium"/>
                <a:ea typeface="DM Sans Medium"/>
                <a:cs typeface="DM Sans Medium"/>
                <a:sym typeface="DM Sans Medium"/>
              </a:rPr>
              <a:t>Other Factors</a:t>
            </a:r>
            <a:endParaRPr>
              <a:latin typeface="DM Sans Medium"/>
              <a:ea typeface="DM Sans Medium"/>
              <a:cs typeface="DM Sans Medium"/>
              <a:sym typeface="DM Sans Medium"/>
            </a:endParaRPr>
          </a:p>
        </p:txBody>
      </p:sp>
      <p:sp>
        <p:nvSpPr>
          <p:cNvPr id="423" name="Google Shape;423;p15"/>
          <p:cNvSpPr txBox="1"/>
          <p:nvPr>
            <p:ph idx="6" type="body"/>
          </p:nvPr>
        </p:nvSpPr>
        <p:spPr>
          <a:xfrm>
            <a:off x="9023483" y="4599432"/>
            <a:ext cx="2843784" cy="16459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Acceptance Rate (ED/RD)</a:t>
            </a:r>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Sports</a:t>
            </a:r>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Size of School</a:t>
            </a:r>
            <a:endParaRPr sz="1400">
              <a:latin typeface="DM Sans Medium"/>
              <a:ea typeface="DM Sans Medium"/>
              <a:cs typeface="DM Sans Medium"/>
              <a:sym typeface="DM Sans Medium"/>
            </a:endParaRPr>
          </a:p>
          <a:p>
            <a:pPr indent="0" lvl="0" marL="0" rtl="0" algn="l">
              <a:lnSpc>
                <a:spcPct val="100000"/>
              </a:lnSpc>
              <a:spcBef>
                <a:spcPts val="0"/>
              </a:spcBef>
              <a:spcAft>
                <a:spcPts val="0"/>
              </a:spcAft>
              <a:buClr>
                <a:schemeClr val="dk1"/>
              </a:buClr>
              <a:buSzPts val="1400"/>
              <a:buNone/>
            </a:pPr>
            <a:r>
              <a:rPr lang="en-GB" sz="1400">
                <a:latin typeface="DM Sans Medium"/>
                <a:ea typeface="DM Sans Medium"/>
                <a:cs typeface="DM Sans Medium"/>
                <a:sym typeface="DM Sans Medium"/>
              </a:rPr>
              <a:t>+ Give every application your best effort, just because a school has a high acceptance rate doesn’t mean that they have to accept you</a:t>
            </a:r>
            <a:endParaRPr/>
          </a:p>
          <a:p>
            <a:pPr indent="0" lvl="0" marL="0" rtl="0" algn="l">
              <a:lnSpc>
                <a:spcPct val="100000"/>
              </a:lnSpc>
              <a:spcBef>
                <a:spcPts val="0"/>
              </a:spcBef>
              <a:spcAft>
                <a:spcPts val="0"/>
              </a:spcAft>
              <a:buClr>
                <a:schemeClr val="dk1"/>
              </a:buClr>
              <a:buSzPts val="1400"/>
              <a:buNone/>
            </a:pPr>
            <a:r>
              <a:t/>
            </a:r>
            <a:endParaRPr sz="1400">
              <a:latin typeface="DM Sans Medium"/>
              <a:ea typeface="DM Sans Medium"/>
              <a:cs typeface="DM Sans Medium"/>
              <a:sym typeface="DM Sans Medium"/>
            </a:endParaRPr>
          </a:p>
          <a:p>
            <a:pPr indent="0" lvl="0" marL="0" rtl="0" algn="l">
              <a:lnSpc>
                <a:spcPct val="100000"/>
              </a:lnSpc>
              <a:spcBef>
                <a:spcPts val="0"/>
              </a:spcBef>
              <a:spcAft>
                <a:spcPts val="0"/>
              </a:spcAft>
              <a:buClr>
                <a:schemeClr val="dk1"/>
              </a:buClr>
              <a:buSzPts val="1400"/>
              <a:buNone/>
            </a:pPr>
            <a:r>
              <a:t/>
            </a:r>
            <a:endParaRPr sz="1400">
              <a:latin typeface="DM Sans Medium"/>
              <a:ea typeface="DM Sans Medium"/>
              <a:cs typeface="DM Sans Medium"/>
              <a:sym typeface="DM Sans Medium"/>
            </a:endParaRPr>
          </a:p>
        </p:txBody>
      </p:sp>
      <p:sp>
        <p:nvSpPr>
          <p:cNvPr id="424" name="Google Shape;424;p15"/>
          <p:cNvSpPr/>
          <p:nvPr>
            <p:ph idx="16" type="body"/>
          </p:nvPr>
        </p:nvSpPr>
        <p:spPr>
          <a:xfrm>
            <a:off x="11484528" y="4078224"/>
            <a:ext cx="575121" cy="571638"/>
          </a:xfrm>
          <a:prstGeom prst="ellipse">
            <a:avLst/>
          </a:prstGeom>
          <a:noFill/>
          <a:ln cap="flat" cmpd="sng" w="158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1600"/>
              <a:buNone/>
            </a:pPr>
            <a:r>
              <a:rPr lang="en-GB">
                <a:latin typeface="DM Sans Medium"/>
                <a:ea typeface="DM Sans Medium"/>
                <a:cs typeface="DM Sans Medium"/>
                <a:sym typeface="DM Sans Medium"/>
              </a:rPr>
              <a:t>5</a:t>
            </a:r>
            <a:endParaRPr/>
          </a:p>
        </p:txBody>
      </p:sp>
      <p:sp>
        <p:nvSpPr>
          <p:cNvPr id="425" name="Google Shape;425;p15"/>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426" name="Google Shape;426;p15"/>
          <p:cNvSpPr txBox="1"/>
          <p:nvPr>
            <p:ph idx="11" type="ftr"/>
          </p:nvPr>
        </p:nvSpPr>
        <p:spPr>
          <a:xfrm>
            <a:off x="2944537" y="6517634"/>
            <a:ext cx="6174296"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sz="1400">
                <a:latin typeface="DM Sans Medium"/>
                <a:ea typeface="DM Sans Medium"/>
                <a:cs typeface="DM Sans Medium"/>
                <a:sym typeface="DM Sans Medium"/>
              </a:rPr>
              <a:t>Prestige does not matter that much!</a:t>
            </a:r>
            <a:endParaRPr sz="1400">
              <a:latin typeface="DM Sans Medium"/>
              <a:ea typeface="DM Sans Medium"/>
              <a:cs typeface="DM Sans Medium"/>
              <a:sym typeface="DM Sans Medium"/>
            </a:endParaRPr>
          </a:p>
        </p:txBody>
      </p:sp>
      <p:sp>
        <p:nvSpPr>
          <p:cNvPr id="427" name="Google Shape;427;p15"/>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pic>
        <p:nvPicPr>
          <p:cNvPr id="428" name="Google Shape;428;p15"/>
          <p:cNvPicPr preferRelativeResize="0"/>
          <p:nvPr>
            <p:ph idx="2" type="pic"/>
          </p:nvPr>
        </p:nvPicPr>
        <p:blipFill rotWithShape="1">
          <a:blip r:embed="rId3">
            <a:alphaModFix/>
          </a:blip>
          <a:srcRect b="0" l="2981" r="2981" t="0"/>
          <a:stretch/>
        </p:blipFill>
        <p:spPr>
          <a:xfrm>
            <a:off x="723965" y="1533700"/>
            <a:ext cx="3856424" cy="2734369"/>
          </a:xfrm>
          <a:prstGeom prst="rect">
            <a:avLst/>
          </a:prstGeom>
          <a:noFill/>
          <a:ln cap="flat" cmpd="sng" w="1587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6"/>
          <p:cNvSpPr txBox="1"/>
          <p:nvPr>
            <p:ph type="title"/>
          </p:nvPr>
        </p:nvSpPr>
        <p:spPr>
          <a:xfrm>
            <a:off x="5833872" y="4389120"/>
            <a:ext cx="4709160" cy="16459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C000"/>
              </a:buClr>
              <a:buSzPts val="6000"/>
              <a:buFont typeface="DM Sans Medium"/>
              <a:buNone/>
            </a:pPr>
            <a:r>
              <a:rPr lang="en-GB" sz="6000">
                <a:solidFill>
                  <a:srgbClr val="FFC000"/>
                </a:solidFill>
                <a:latin typeface="DM Sans Medium"/>
                <a:ea typeface="DM Sans Medium"/>
                <a:cs typeface="DM Sans Medium"/>
                <a:sym typeface="DM Sans Medium"/>
              </a:rPr>
              <a:t>Conclusion</a:t>
            </a:r>
            <a:endParaRPr sz="6000">
              <a:solidFill>
                <a:srgbClr val="FFC000"/>
              </a:solidFill>
              <a:latin typeface="DM Sans Medium"/>
              <a:ea typeface="DM Sans Medium"/>
              <a:cs typeface="DM Sans Medium"/>
              <a:sym typeface="DM Sans Medium"/>
            </a:endParaRPr>
          </a:p>
        </p:txBody>
      </p:sp>
      <p:sp>
        <p:nvSpPr>
          <p:cNvPr id="434" name="Google Shape;434;p16"/>
          <p:cNvSpPr txBox="1"/>
          <p:nvPr>
            <p:ph idx="1" type="body"/>
          </p:nvPr>
        </p:nvSpPr>
        <p:spPr>
          <a:xfrm>
            <a:off x="2011680" y="2130552"/>
            <a:ext cx="8165592" cy="175564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1800"/>
              <a:buNone/>
            </a:pPr>
            <a:r>
              <a:rPr lang="en-GB">
                <a:latin typeface="DM Sans Medium"/>
                <a:ea typeface="DM Sans Medium"/>
                <a:cs typeface="DM Sans Medium"/>
                <a:sym typeface="DM Sans Medium"/>
              </a:rPr>
              <a:t>The Application is a place for you to tell your story, so use it well.</a:t>
            </a:r>
            <a:endParaRPr/>
          </a:p>
          <a:p>
            <a:pPr indent="0" lvl="0" marL="0" rtl="0" algn="l">
              <a:lnSpc>
                <a:spcPct val="100000"/>
              </a:lnSpc>
              <a:spcBef>
                <a:spcPts val="1000"/>
              </a:spcBef>
              <a:spcAft>
                <a:spcPts val="0"/>
              </a:spcAft>
              <a:buClr>
                <a:schemeClr val="accent1"/>
              </a:buClr>
              <a:buSzPts val="1800"/>
              <a:buNone/>
            </a:pPr>
            <a:r>
              <a:rPr lang="en-GB">
                <a:latin typeface="DM Sans Medium"/>
                <a:ea typeface="DM Sans Medium"/>
                <a:cs typeface="DM Sans Medium"/>
                <a:sym typeface="DM Sans Medium"/>
              </a:rPr>
              <a:t>Do not be worried if you think that one part of the application is weaker than another, they review applications </a:t>
            </a:r>
            <a:r>
              <a:rPr lang="en-GB">
                <a:solidFill>
                  <a:srgbClr val="92D050"/>
                </a:solidFill>
                <a:latin typeface="DM Sans Medium"/>
                <a:ea typeface="DM Sans Medium"/>
                <a:cs typeface="DM Sans Medium"/>
                <a:sym typeface="DM Sans Medium"/>
              </a:rPr>
              <a:t>holistically</a:t>
            </a:r>
            <a:r>
              <a:rPr lang="en-GB">
                <a:latin typeface="DM Sans Medium"/>
                <a:ea typeface="DM Sans Medium"/>
                <a:cs typeface="DM Sans Medium"/>
                <a:sym typeface="DM Sans Medium"/>
              </a:rPr>
              <a:t>. You can have a high SAT Score and put little effort into your activities -&gt; It is unlikely that you will get in, compared to someone with a better activity list and a little lower SAT score.</a:t>
            </a:r>
            <a:endParaRPr/>
          </a:p>
          <a:p>
            <a:pPr indent="0" lvl="0" marL="0" rtl="0" algn="l">
              <a:lnSpc>
                <a:spcPct val="100000"/>
              </a:lnSpc>
              <a:spcBef>
                <a:spcPts val="1000"/>
              </a:spcBef>
              <a:spcAft>
                <a:spcPts val="0"/>
              </a:spcAft>
              <a:buClr>
                <a:schemeClr val="accent1"/>
              </a:buClr>
              <a:buSzPts val="1800"/>
              <a:buNone/>
            </a:pPr>
            <a:r>
              <a:rPr lang="en-GB">
                <a:latin typeface="DM Sans Medium"/>
                <a:ea typeface="DM Sans Medium"/>
                <a:cs typeface="DM Sans Medium"/>
                <a:sym typeface="DM Sans Medium"/>
              </a:rPr>
              <a:t>If you are applying to a school Early (and you should) get to work and finish all the requirements ASAP. Time passes by very quickly and if you are not careful, you will spend many late nights doing last minute revisions on the deadline.</a:t>
            </a:r>
            <a:endParaRPr>
              <a:latin typeface="DM Sans Medium"/>
              <a:ea typeface="DM Sans Medium"/>
              <a:cs typeface="DM Sans Medium"/>
              <a:sym typeface="DM Sans Medium"/>
            </a:endParaRPr>
          </a:p>
        </p:txBody>
      </p:sp>
      <p:sp>
        <p:nvSpPr>
          <p:cNvPr id="435" name="Google Shape;435;p16"/>
          <p:cNvSpPr txBox="1"/>
          <p:nvPr>
            <p:ph idx="12" type="sldNum"/>
          </p:nvPr>
        </p:nvSpPr>
        <p:spPr>
          <a:xfrm>
            <a:off x="616640" y="6517634"/>
            <a:ext cx="950258"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GB">
                <a:latin typeface="DM Sans Medium"/>
                <a:ea typeface="DM Sans Medium"/>
                <a:cs typeface="DM Sans Medium"/>
                <a:sym typeface="DM Sans Medium"/>
              </a:rPr>
              <a:t>‹#›</a:t>
            </a:fld>
            <a:endParaRPr>
              <a:latin typeface="DM Sans Medium"/>
              <a:ea typeface="DM Sans Medium"/>
              <a:cs typeface="DM Sans Medium"/>
              <a:sym typeface="DM Sans Medium"/>
            </a:endParaRPr>
          </a:p>
        </p:txBody>
      </p:sp>
      <p:sp>
        <p:nvSpPr>
          <p:cNvPr id="436" name="Google Shape;436;p16"/>
          <p:cNvSpPr txBox="1"/>
          <p:nvPr>
            <p:ph idx="11" type="ftr"/>
          </p:nvPr>
        </p:nvSpPr>
        <p:spPr>
          <a:xfrm>
            <a:off x="4808250" y="6517634"/>
            <a:ext cx="2725064"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latin typeface="DM Sans Medium"/>
                <a:ea typeface="DM Sans Medium"/>
                <a:cs typeface="DM Sans Medium"/>
                <a:sym typeface="DM Sans Medium"/>
              </a:rPr>
              <a:t>College applications 101</a:t>
            </a:r>
            <a:endParaRPr>
              <a:latin typeface="DM Sans Medium"/>
              <a:ea typeface="DM Sans Medium"/>
              <a:cs typeface="DM Sans Medium"/>
              <a:sym typeface="DM Sans Medium"/>
            </a:endParaRPr>
          </a:p>
        </p:txBody>
      </p:sp>
      <p:sp>
        <p:nvSpPr>
          <p:cNvPr id="437" name="Google Shape;437;p16"/>
          <p:cNvSpPr txBox="1"/>
          <p:nvPr>
            <p:ph idx="10" type="dt"/>
          </p:nvPr>
        </p:nvSpPr>
        <p:spPr>
          <a:xfrm>
            <a:off x="10622471" y="6517634"/>
            <a:ext cx="95026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latin typeface="DM Sans Medium"/>
                <a:ea typeface="DM Sans Medium"/>
                <a:cs typeface="DM Sans Medium"/>
                <a:sym typeface="DM Sans Medium"/>
              </a:rPr>
              <a:t>2024</a:t>
            </a:r>
            <a:endParaRPr>
              <a:latin typeface="DM Sans Medium"/>
              <a:ea typeface="DM Sans Medium"/>
              <a:cs typeface="DM Sans Medium"/>
              <a:sym typeface="DM Sans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7"/>
          <p:cNvSpPr txBox="1"/>
          <p:nvPr>
            <p:ph type="title"/>
          </p:nvPr>
        </p:nvSpPr>
        <p:spPr>
          <a:xfrm>
            <a:off x="5495544" y="731520"/>
            <a:ext cx="5952744" cy="16459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7200"/>
              <a:buFont typeface="DM Sans Medium"/>
              <a:buNone/>
            </a:pPr>
            <a:r>
              <a:rPr lang="en-GB">
                <a:latin typeface="DM Sans Medium"/>
                <a:ea typeface="DM Sans Medium"/>
                <a:cs typeface="DM Sans Medium"/>
                <a:sym typeface="DM Sans Medium"/>
              </a:rPr>
              <a:t>Thank You</a:t>
            </a:r>
            <a:br>
              <a:rPr lang="en-GB">
                <a:latin typeface="DM Sans Medium"/>
                <a:ea typeface="DM Sans Medium"/>
                <a:cs typeface="DM Sans Medium"/>
                <a:sym typeface="DM Sans Medium"/>
              </a:rPr>
            </a:br>
            <a:r>
              <a:rPr lang="en-GB">
                <a:latin typeface="DM Sans Medium"/>
                <a:ea typeface="DM Sans Medium"/>
                <a:cs typeface="DM Sans Medium"/>
                <a:sym typeface="DM Sans Medium"/>
              </a:rPr>
              <a:t>Q &amp; A</a:t>
            </a:r>
            <a:endParaRPr>
              <a:latin typeface="DM Sans Medium"/>
              <a:ea typeface="DM Sans Medium"/>
              <a:cs typeface="DM Sans Medium"/>
              <a:sym typeface="DM Sans Medium"/>
            </a:endParaRPr>
          </a:p>
        </p:txBody>
      </p:sp>
      <p:pic>
        <p:nvPicPr>
          <p:cNvPr descr="City steps" id="443" name="Google Shape;443;p17"/>
          <p:cNvPicPr preferRelativeResize="0"/>
          <p:nvPr>
            <p:ph idx="2" type="pic"/>
          </p:nvPr>
        </p:nvPicPr>
        <p:blipFill rotWithShape="1">
          <a:blip r:embed="rId3">
            <a:alphaModFix/>
          </a:blip>
          <a:srcRect b="81" l="0" r="0" t="81"/>
          <a:stretch/>
        </p:blipFill>
        <p:spPr>
          <a:xfrm>
            <a:off x="0" y="0"/>
            <a:ext cx="4872540" cy="6858000"/>
          </a:xfrm>
          <a:prstGeom prst="rect">
            <a:avLst/>
          </a:prstGeom>
          <a:noFill/>
          <a:ln cap="flat" cmpd="sng" w="15875">
            <a:solidFill>
              <a:schemeClr val="dk1"/>
            </a:solidFill>
            <a:prstDash val="solid"/>
            <a:round/>
            <a:headEnd len="sm" w="sm" type="none"/>
            <a:tailEnd len="sm" w="sm" type="none"/>
          </a:ln>
        </p:spPr>
      </p:pic>
      <p:sp>
        <p:nvSpPr>
          <p:cNvPr id="444" name="Google Shape;444;p17"/>
          <p:cNvSpPr txBox="1"/>
          <p:nvPr>
            <p:ph idx="1" type="body"/>
          </p:nvPr>
        </p:nvSpPr>
        <p:spPr>
          <a:xfrm>
            <a:off x="5495545" y="3191256"/>
            <a:ext cx="5953506" cy="7315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GB">
                <a:latin typeface="DM Sans Medium"/>
                <a:ea typeface="DM Sans Medium"/>
                <a:cs typeface="DM Sans Medium"/>
                <a:sym typeface="DM Sans Medium"/>
              </a:rPr>
              <a:t>Tony Odhiambo</a:t>
            </a:r>
            <a:endParaRPr>
              <a:latin typeface="DM Sans Medium"/>
              <a:ea typeface="DM Sans Medium"/>
              <a:cs typeface="DM Sans Medium"/>
              <a:sym typeface="DM Sans Medium"/>
            </a:endParaRPr>
          </a:p>
        </p:txBody>
      </p:sp>
      <p:sp>
        <p:nvSpPr>
          <p:cNvPr id="445" name="Google Shape;445;p17"/>
          <p:cNvSpPr txBox="1"/>
          <p:nvPr>
            <p:ph idx="3" type="body"/>
          </p:nvPr>
        </p:nvSpPr>
        <p:spPr>
          <a:xfrm>
            <a:off x="5494782" y="4498848"/>
            <a:ext cx="5953506" cy="7315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GB">
                <a:latin typeface="DM Sans Medium"/>
                <a:ea typeface="DM Sans Medium"/>
                <a:cs typeface="DM Sans Medium"/>
                <a:sym typeface="DM Sans Medium"/>
              </a:rPr>
              <a:t>tonyrotich2580@gmail.com</a:t>
            </a:r>
            <a:endParaRPr>
              <a:latin typeface="DM Sans Medium"/>
              <a:ea typeface="DM Sans Medium"/>
              <a:cs typeface="DM Sans Medium"/>
              <a:sym typeface="DM Sans Medium"/>
            </a:endParaRPr>
          </a:p>
        </p:txBody>
      </p:sp>
      <p:sp>
        <p:nvSpPr>
          <p:cNvPr id="446" name="Google Shape;446;p17"/>
          <p:cNvSpPr txBox="1"/>
          <p:nvPr>
            <p:ph idx="4" type="body"/>
          </p:nvPr>
        </p:nvSpPr>
        <p:spPr>
          <a:xfrm>
            <a:off x="5494782" y="5797296"/>
            <a:ext cx="5953506" cy="73152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GB" sz="2000" u="sng">
                <a:solidFill>
                  <a:schemeClr val="hlink"/>
                </a:solidFill>
                <a:latin typeface="DM Sans Medium"/>
                <a:ea typeface="DM Sans Medium"/>
                <a:cs typeface="DM Sans Medium"/>
                <a:sym typeface="DM Sans Medium"/>
                <a:hlinkClick r:id="rId4"/>
              </a:rPr>
              <a:t>https://www.linkedin.com/in/tonyodhiambo/</a:t>
            </a:r>
            <a:r>
              <a:rPr lang="en-GB" sz="2000">
                <a:latin typeface="DM Sans Medium"/>
                <a:ea typeface="DM Sans Medium"/>
                <a:cs typeface="DM Sans Medium"/>
                <a:sym typeface="DM Sans Medium"/>
              </a:rPr>
              <a:t> </a:t>
            </a:r>
            <a:endParaRPr sz="2000">
              <a:latin typeface="DM Sans Medium"/>
              <a:ea typeface="DM Sans Medium"/>
              <a:cs typeface="DM Sans Medium"/>
              <a:sym typeface="DM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33">
      <a:dk1>
        <a:srgbClr val="000000"/>
      </a:dk1>
      <a:lt1>
        <a:srgbClr val="FFFFFF"/>
      </a:lt1>
      <a:dk2>
        <a:srgbClr val="59512B"/>
      </a:dk2>
      <a:lt2>
        <a:srgbClr val="E7E4E6"/>
      </a:lt2>
      <a:accent1>
        <a:srgbClr val="F8F4EC"/>
      </a:accent1>
      <a:accent2>
        <a:srgbClr val="474134"/>
      </a:accent2>
      <a:accent3>
        <a:srgbClr val="E5E0D8"/>
      </a:accent3>
      <a:accent4>
        <a:srgbClr val="B6A592"/>
      </a:accent4>
      <a:accent5>
        <a:srgbClr val="F4F0ED"/>
      </a:accent5>
      <a:accent6>
        <a:srgbClr val="CEC5A7"/>
      </a:accent6>
      <a:hlink>
        <a:srgbClr val="827D57"/>
      </a:hlink>
      <a:folHlink>
        <a:srgbClr val="8670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2022-09-08T06:38:04Z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