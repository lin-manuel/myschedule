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Lst>
  <p:sldSz cy="5143500" cx="9144000"/>
  <p:notesSz cx="6858000" cy="9144000"/>
  <p:embeddedFontLst>
    <p:embeddedFont>
      <p:font typeface="Raleway"/>
      <p:regular r:id="rId37"/>
      <p:bold r:id="rId38"/>
      <p:italic r:id="rId39"/>
      <p:boldItalic r:id="rId40"/>
    </p:embeddedFont>
    <p:embeddedFont>
      <p:font typeface="Poppins"/>
      <p:regular r:id="rId41"/>
      <p:bold r:id="rId42"/>
      <p:italic r:id="rId43"/>
      <p:boldItalic r:id="rId44"/>
    </p:embeddedFont>
    <p:embeddedFont>
      <p:font typeface="Montserrat"/>
      <p:regular r:id="rId45"/>
      <p:bold r:id="rId46"/>
      <p:italic r:id="rId47"/>
      <p:boldItalic r:id="rId48"/>
    </p:embeddedFont>
    <p:embeddedFont>
      <p:font typeface="Poppins Light"/>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3" roundtripDataSignature="AMtx7mieTj+zwWGIoUUF3eMpB0RoDaAz5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Raleway-boldItalic.fntdata"/><Relationship Id="rId42" Type="http://schemas.openxmlformats.org/officeDocument/2006/relationships/font" Target="fonts/Poppins-bold.fntdata"/><Relationship Id="rId41" Type="http://schemas.openxmlformats.org/officeDocument/2006/relationships/font" Target="fonts/Poppins-regular.fntdata"/><Relationship Id="rId44" Type="http://schemas.openxmlformats.org/officeDocument/2006/relationships/font" Target="fonts/Poppins-boldItalic.fntdata"/><Relationship Id="rId43" Type="http://schemas.openxmlformats.org/officeDocument/2006/relationships/font" Target="fonts/Poppins-italic.fntdata"/><Relationship Id="rId46" Type="http://schemas.openxmlformats.org/officeDocument/2006/relationships/font" Target="fonts/Montserrat-bold.fntdata"/><Relationship Id="rId45" Type="http://schemas.openxmlformats.org/officeDocument/2006/relationships/font" Target="fonts/Montserrat-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Montserrat-boldItalic.fntdata"/><Relationship Id="rId47" Type="http://schemas.openxmlformats.org/officeDocument/2006/relationships/font" Target="fonts/Montserrat-italic.fntdata"/><Relationship Id="rId49" Type="http://schemas.openxmlformats.org/officeDocument/2006/relationships/font" Target="fonts/PoppinsLight-regular.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font" Target="fonts/Raleway-regular.fntdata"/><Relationship Id="rId36" Type="http://schemas.openxmlformats.org/officeDocument/2006/relationships/slide" Target="slides/slide32.xml"/><Relationship Id="rId39" Type="http://schemas.openxmlformats.org/officeDocument/2006/relationships/font" Target="fonts/Raleway-italic.fntdata"/><Relationship Id="rId38" Type="http://schemas.openxmlformats.org/officeDocument/2006/relationships/font" Target="fonts/Raleway-bold.fnt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PoppinsLight-italic.fntdata"/><Relationship Id="rId50" Type="http://schemas.openxmlformats.org/officeDocument/2006/relationships/font" Target="fonts/PoppinsLight-bold.fntdata"/><Relationship Id="rId53" Type="http://customschemas.google.com/relationships/presentationmetadata" Target="metadata"/><Relationship Id="rId52" Type="http://schemas.openxmlformats.org/officeDocument/2006/relationships/font" Target="fonts/PoppinsLight-bol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df34d712ac_0_7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2df34d712ac_0_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61" name="Google Shape;161;p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df34d712ac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g2df34d712a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77" name="Google Shape;177;p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df34d712ac_0_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g2df34d712ac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93" name="Google Shape;193;p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df34d712ac_0_1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g2df34d712ac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208" name="Google Shape;208;p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df34d712ac_0_1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g2df34d712ac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225" name="Google Shape;225;p1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df34d712ac_0_4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g2df34d712ac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df34d712ac_0_4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 name="Google Shape;242;g2df34d712ac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df34d712ac_0_5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g2df34d712ac_0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305" name="Google Shape;305;p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316" name="Google Shape;316;p2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324" name="Google Shape;324;p2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2" name="Google Shape;33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8" name="Google Shape;33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6" name="Google Shape;35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3" name="Google Shape;37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0" name="Google Shape;39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6" name="Google Shape;39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2df34d712ac_0_3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2" name="Google Shape;402;g2df34d712ac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411" name="Google Shape;411;p2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419" name="Google Shape;419;p2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8"/>
          <p:cNvSpPr/>
          <p:nvPr/>
        </p:nvSpPr>
        <p:spPr>
          <a:xfrm>
            <a:off x="1592400" y="-407850"/>
            <a:ext cx="5959200" cy="5959200"/>
          </a:xfrm>
          <a:prstGeom prst="ellipse">
            <a:avLst/>
          </a:prstGeom>
          <a:solidFill>
            <a:srgbClr val="000000">
              <a:alpha val="2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28"/>
          <p:cNvGrpSpPr/>
          <p:nvPr/>
        </p:nvGrpSpPr>
        <p:grpSpPr>
          <a:xfrm>
            <a:off x="501210" y="175873"/>
            <a:ext cx="2451351" cy="2451351"/>
            <a:chOff x="6680825" y="2549350"/>
            <a:chExt cx="1539600" cy="1539600"/>
          </a:xfrm>
        </p:grpSpPr>
        <p:sp>
          <p:nvSpPr>
            <p:cNvPr id="12" name="Google Shape;12;p28"/>
            <p:cNvSpPr/>
            <p:nvPr/>
          </p:nvSpPr>
          <p:spPr>
            <a:xfrm>
              <a:off x="6825669" y="2694194"/>
              <a:ext cx="1249800" cy="1249800"/>
            </a:xfrm>
            <a:prstGeom prst="ellipse">
              <a:avLst/>
            </a:prstGeom>
            <a:solidFill>
              <a:srgbClr val="000000">
                <a:alpha val="1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8"/>
            <p:cNvSpPr/>
            <p:nvPr/>
          </p:nvSpPr>
          <p:spPr>
            <a:xfrm>
              <a:off x="6894850" y="2763375"/>
              <a:ext cx="1111200" cy="1111200"/>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28"/>
            <p:cNvSpPr/>
            <p:nvPr/>
          </p:nvSpPr>
          <p:spPr>
            <a:xfrm>
              <a:off x="6680825" y="2549350"/>
              <a:ext cx="1539600" cy="1539600"/>
            </a:xfrm>
            <a:prstGeom prst="donut">
              <a:avLst>
                <a:gd fmla="val 495" name="adj"/>
              </a:avLst>
            </a:prstGeom>
            <a:solidFill>
              <a:srgbClr val="000000">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 name="Google Shape;15;p28"/>
          <p:cNvGrpSpPr/>
          <p:nvPr/>
        </p:nvGrpSpPr>
        <p:grpSpPr>
          <a:xfrm>
            <a:off x="6427669" y="2502633"/>
            <a:ext cx="2324700" cy="2324700"/>
            <a:chOff x="-474900" y="321200"/>
            <a:chExt cx="2324700" cy="2324700"/>
          </a:xfrm>
        </p:grpSpPr>
        <p:sp>
          <p:nvSpPr>
            <p:cNvPr id="16" name="Google Shape;16;p28"/>
            <p:cNvSpPr/>
            <p:nvPr/>
          </p:nvSpPr>
          <p:spPr>
            <a:xfrm>
              <a:off x="-474900" y="321200"/>
              <a:ext cx="2324700" cy="23247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28"/>
            <p:cNvSpPr/>
            <p:nvPr/>
          </p:nvSpPr>
          <p:spPr>
            <a:xfrm>
              <a:off x="120725" y="916825"/>
              <a:ext cx="1133400" cy="11334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28"/>
            <p:cNvSpPr/>
            <p:nvPr/>
          </p:nvSpPr>
          <p:spPr>
            <a:xfrm>
              <a:off x="-137125" y="658975"/>
              <a:ext cx="1649100" cy="16491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28"/>
            <p:cNvSpPr/>
            <p:nvPr/>
          </p:nvSpPr>
          <p:spPr>
            <a:xfrm>
              <a:off x="313650" y="1109750"/>
              <a:ext cx="747600" cy="7476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 name="Google Shape;20;p28"/>
          <p:cNvSpPr txBox="1"/>
          <p:nvPr>
            <p:ph type="ctrTitle"/>
          </p:nvPr>
        </p:nvSpPr>
        <p:spPr>
          <a:xfrm>
            <a:off x="2211600" y="1991850"/>
            <a:ext cx="4720800" cy="1159800"/>
          </a:xfrm>
          <a:prstGeom prst="rect">
            <a:avLst/>
          </a:prstGeom>
          <a:noFill/>
          <a:ln>
            <a:noFill/>
          </a:ln>
          <a:effectLst>
            <a:outerShdw blurRad="85725" rotWithShape="0" algn="bl" dir="5400000" dist="19050">
              <a:srgbClr val="000000">
                <a:alpha val="9411"/>
              </a:srgbClr>
            </a:outerShdw>
          </a:effectLst>
        </p:spPr>
        <p:txBody>
          <a:bodyPr anchorCtr="0" anchor="ctr" bIns="91425" lIns="91425" spcFirstLastPara="1" rIns="91425" wrap="square" tIns="91425">
            <a:noAutofit/>
          </a:bodyPr>
          <a:lstStyle>
            <a:lvl1pPr lvl="0" algn="ctr">
              <a:lnSpc>
                <a:spcPct val="100000"/>
              </a:lnSpc>
              <a:spcBef>
                <a:spcPts val="0"/>
              </a:spcBef>
              <a:spcAft>
                <a:spcPts val="0"/>
              </a:spcAft>
              <a:buClr>
                <a:srgbClr val="FFFFFF"/>
              </a:buClr>
              <a:buSzPts val="5200"/>
              <a:buNone/>
              <a:defRPr sz="5200">
                <a:solidFill>
                  <a:srgbClr val="FFFFFF"/>
                </a:solidFill>
              </a:defRPr>
            </a:lvl1pPr>
            <a:lvl2pPr lvl="1" algn="ctr">
              <a:lnSpc>
                <a:spcPct val="100000"/>
              </a:lnSpc>
              <a:spcBef>
                <a:spcPts val="0"/>
              </a:spcBef>
              <a:spcAft>
                <a:spcPts val="0"/>
              </a:spcAft>
              <a:buClr>
                <a:srgbClr val="FFFFFF"/>
              </a:buClr>
              <a:buSzPts val="5200"/>
              <a:buNone/>
              <a:defRPr sz="5200">
                <a:solidFill>
                  <a:srgbClr val="FFFFFF"/>
                </a:solidFill>
              </a:defRPr>
            </a:lvl2pPr>
            <a:lvl3pPr lvl="2" algn="ctr">
              <a:lnSpc>
                <a:spcPct val="100000"/>
              </a:lnSpc>
              <a:spcBef>
                <a:spcPts val="0"/>
              </a:spcBef>
              <a:spcAft>
                <a:spcPts val="0"/>
              </a:spcAft>
              <a:buClr>
                <a:srgbClr val="FFFFFF"/>
              </a:buClr>
              <a:buSzPts val="5200"/>
              <a:buNone/>
              <a:defRPr sz="5200">
                <a:solidFill>
                  <a:srgbClr val="FFFFFF"/>
                </a:solidFill>
              </a:defRPr>
            </a:lvl3pPr>
            <a:lvl4pPr lvl="3" algn="ctr">
              <a:lnSpc>
                <a:spcPct val="100000"/>
              </a:lnSpc>
              <a:spcBef>
                <a:spcPts val="0"/>
              </a:spcBef>
              <a:spcAft>
                <a:spcPts val="0"/>
              </a:spcAft>
              <a:buClr>
                <a:srgbClr val="FFFFFF"/>
              </a:buClr>
              <a:buSzPts val="5200"/>
              <a:buNone/>
              <a:defRPr sz="5200">
                <a:solidFill>
                  <a:srgbClr val="FFFFFF"/>
                </a:solidFill>
              </a:defRPr>
            </a:lvl4pPr>
            <a:lvl5pPr lvl="4" algn="ctr">
              <a:lnSpc>
                <a:spcPct val="100000"/>
              </a:lnSpc>
              <a:spcBef>
                <a:spcPts val="0"/>
              </a:spcBef>
              <a:spcAft>
                <a:spcPts val="0"/>
              </a:spcAft>
              <a:buClr>
                <a:srgbClr val="FFFFFF"/>
              </a:buClr>
              <a:buSzPts val="5200"/>
              <a:buNone/>
              <a:defRPr sz="5200">
                <a:solidFill>
                  <a:srgbClr val="FFFFFF"/>
                </a:solidFill>
              </a:defRPr>
            </a:lvl5pPr>
            <a:lvl6pPr lvl="5" algn="ctr">
              <a:lnSpc>
                <a:spcPct val="100000"/>
              </a:lnSpc>
              <a:spcBef>
                <a:spcPts val="0"/>
              </a:spcBef>
              <a:spcAft>
                <a:spcPts val="0"/>
              </a:spcAft>
              <a:buClr>
                <a:srgbClr val="FFFFFF"/>
              </a:buClr>
              <a:buSzPts val="5200"/>
              <a:buNone/>
              <a:defRPr sz="5200">
                <a:solidFill>
                  <a:srgbClr val="FFFFFF"/>
                </a:solidFill>
              </a:defRPr>
            </a:lvl6pPr>
            <a:lvl7pPr lvl="6" algn="ctr">
              <a:lnSpc>
                <a:spcPct val="100000"/>
              </a:lnSpc>
              <a:spcBef>
                <a:spcPts val="0"/>
              </a:spcBef>
              <a:spcAft>
                <a:spcPts val="0"/>
              </a:spcAft>
              <a:buClr>
                <a:srgbClr val="FFFFFF"/>
              </a:buClr>
              <a:buSzPts val="5200"/>
              <a:buNone/>
              <a:defRPr sz="5200">
                <a:solidFill>
                  <a:srgbClr val="FFFFFF"/>
                </a:solidFill>
              </a:defRPr>
            </a:lvl7pPr>
            <a:lvl8pPr lvl="7" algn="ctr">
              <a:lnSpc>
                <a:spcPct val="100000"/>
              </a:lnSpc>
              <a:spcBef>
                <a:spcPts val="0"/>
              </a:spcBef>
              <a:spcAft>
                <a:spcPts val="0"/>
              </a:spcAft>
              <a:buClr>
                <a:srgbClr val="FFFFFF"/>
              </a:buClr>
              <a:buSzPts val="5200"/>
              <a:buNone/>
              <a:defRPr sz="5200">
                <a:solidFill>
                  <a:srgbClr val="FFFFFF"/>
                </a:solidFill>
              </a:defRPr>
            </a:lvl8pPr>
            <a:lvl9pPr lvl="8" algn="ctr">
              <a:lnSpc>
                <a:spcPct val="100000"/>
              </a:lnSpc>
              <a:spcBef>
                <a:spcPts val="0"/>
              </a:spcBef>
              <a:spcAft>
                <a:spcPts val="0"/>
              </a:spcAft>
              <a:buClr>
                <a:srgbClr val="FFFFFF"/>
              </a:buClr>
              <a:buSzPts val="5200"/>
              <a:buNone/>
              <a:defRPr sz="5200">
                <a:solidFill>
                  <a:srgbClr val="FFFFFF"/>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bg>
      <p:bgPr>
        <a:solidFill>
          <a:srgbClr val="000000"/>
        </a:solidFill>
      </p:bgPr>
    </p:bg>
    <p:spTree>
      <p:nvGrpSpPr>
        <p:cNvPr id="21" name="Shape 21"/>
        <p:cNvGrpSpPr/>
        <p:nvPr/>
      </p:nvGrpSpPr>
      <p:grpSpPr>
        <a:xfrm>
          <a:off x="0" y="0"/>
          <a:ext cx="0" cy="0"/>
          <a:chOff x="0" y="0"/>
          <a:chExt cx="0" cy="0"/>
        </a:xfrm>
      </p:grpSpPr>
      <p:sp>
        <p:nvSpPr>
          <p:cNvPr id="22" name="Google Shape;22;p29"/>
          <p:cNvSpPr/>
          <p:nvPr/>
        </p:nvSpPr>
        <p:spPr>
          <a:xfrm>
            <a:off x="1592400" y="-407850"/>
            <a:ext cx="5959200" cy="5959200"/>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3" name="Google Shape;23;p29"/>
          <p:cNvGrpSpPr/>
          <p:nvPr/>
        </p:nvGrpSpPr>
        <p:grpSpPr>
          <a:xfrm>
            <a:off x="6427669" y="2502633"/>
            <a:ext cx="2324700" cy="2324700"/>
            <a:chOff x="-474900" y="321200"/>
            <a:chExt cx="2324700" cy="2324700"/>
          </a:xfrm>
        </p:grpSpPr>
        <p:sp>
          <p:nvSpPr>
            <p:cNvPr id="24" name="Google Shape;24;p29"/>
            <p:cNvSpPr/>
            <p:nvPr/>
          </p:nvSpPr>
          <p:spPr>
            <a:xfrm>
              <a:off x="-474900" y="321200"/>
              <a:ext cx="2324700" cy="2324700"/>
            </a:xfrm>
            <a:prstGeom prst="ellipse">
              <a:avLst/>
            </a:prstGeom>
            <a:no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29"/>
            <p:cNvSpPr/>
            <p:nvPr/>
          </p:nvSpPr>
          <p:spPr>
            <a:xfrm>
              <a:off x="120725" y="916825"/>
              <a:ext cx="1133400" cy="1133400"/>
            </a:xfrm>
            <a:prstGeom prst="ellipse">
              <a:avLst/>
            </a:prstGeom>
            <a:no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29"/>
            <p:cNvSpPr/>
            <p:nvPr/>
          </p:nvSpPr>
          <p:spPr>
            <a:xfrm>
              <a:off x="-137125" y="658975"/>
              <a:ext cx="1649100" cy="1649100"/>
            </a:xfrm>
            <a:prstGeom prst="ellipse">
              <a:avLst/>
            </a:prstGeom>
            <a:no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9"/>
            <p:cNvSpPr/>
            <p:nvPr/>
          </p:nvSpPr>
          <p:spPr>
            <a:xfrm>
              <a:off x="313650" y="1109750"/>
              <a:ext cx="747600" cy="747600"/>
            </a:xfrm>
            <a:prstGeom prst="ellipse">
              <a:avLst/>
            </a:prstGeom>
            <a:no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 name="Google Shape;28;p29"/>
          <p:cNvSpPr txBox="1"/>
          <p:nvPr>
            <p:ph type="ctrTitle"/>
          </p:nvPr>
        </p:nvSpPr>
        <p:spPr>
          <a:xfrm>
            <a:off x="2569800" y="2236800"/>
            <a:ext cx="4004400" cy="956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5200"/>
              <a:buNone/>
              <a:defRPr sz="5200">
                <a:solidFill>
                  <a:srgbClr val="000000"/>
                </a:solidFill>
              </a:defRPr>
            </a:lvl1pPr>
            <a:lvl2pPr lvl="1" algn="ctr">
              <a:lnSpc>
                <a:spcPct val="100000"/>
              </a:lnSpc>
              <a:spcBef>
                <a:spcPts val="0"/>
              </a:spcBef>
              <a:spcAft>
                <a:spcPts val="0"/>
              </a:spcAft>
              <a:buClr>
                <a:srgbClr val="000000"/>
              </a:buClr>
              <a:buSzPts val="5200"/>
              <a:buNone/>
              <a:defRPr sz="5200">
                <a:solidFill>
                  <a:srgbClr val="000000"/>
                </a:solidFill>
              </a:defRPr>
            </a:lvl2pPr>
            <a:lvl3pPr lvl="2" algn="ctr">
              <a:lnSpc>
                <a:spcPct val="100000"/>
              </a:lnSpc>
              <a:spcBef>
                <a:spcPts val="0"/>
              </a:spcBef>
              <a:spcAft>
                <a:spcPts val="0"/>
              </a:spcAft>
              <a:buClr>
                <a:srgbClr val="000000"/>
              </a:buClr>
              <a:buSzPts val="5200"/>
              <a:buNone/>
              <a:defRPr sz="5200">
                <a:solidFill>
                  <a:srgbClr val="000000"/>
                </a:solidFill>
              </a:defRPr>
            </a:lvl3pPr>
            <a:lvl4pPr lvl="3" algn="ctr">
              <a:lnSpc>
                <a:spcPct val="100000"/>
              </a:lnSpc>
              <a:spcBef>
                <a:spcPts val="0"/>
              </a:spcBef>
              <a:spcAft>
                <a:spcPts val="0"/>
              </a:spcAft>
              <a:buClr>
                <a:srgbClr val="000000"/>
              </a:buClr>
              <a:buSzPts val="5200"/>
              <a:buNone/>
              <a:defRPr sz="5200">
                <a:solidFill>
                  <a:srgbClr val="000000"/>
                </a:solidFill>
              </a:defRPr>
            </a:lvl4pPr>
            <a:lvl5pPr lvl="4" algn="ctr">
              <a:lnSpc>
                <a:spcPct val="100000"/>
              </a:lnSpc>
              <a:spcBef>
                <a:spcPts val="0"/>
              </a:spcBef>
              <a:spcAft>
                <a:spcPts val="0"/>
              </a:spcAft>
              <a:buClr>
                <a:srgbClr val="000000"/>
              </a:buClr>
              <a:buSzPts val="5200"/>
              <a:buNone/>
              <a:defRPr sz="5200">
                <a:solidFill>
                  <a:srgbClr val="000000"/>
                </a:solidFill>
              </a:defRPr>
            </a:lvl5pPr>
            <a:lvl6pPr lvl="5" algn="ctr">
              <a:lnSpc>
                <a:spcPct val="100000"/>
              </a:lnSpc>
              <a:spcBef>
                <a:spcPts val="0"/>
              </a:spcBef>
              <a:spcAft>
                <a:spcPts val="0"/>
              </a:spcAft>
              <a:buClr>
                <a:srgbClr val="000000"/>
              </a:buClr>
              <a:buSzPts val="5200"/>
              <a:buNone/>
              <a:defRPr sz="5200">
                <a:solidFill>
                  <a:srgbClr val="000000"/>
                </a:solidFill>
              </a:defRPr>
            </a:lvl6pPr>
            <a:lvl7pPr lvl="6" algn="ctr">
              <a:lnSpc>
                <a:spcPct val="100000"/>
              </a:lnSpc>
              <a:spcBef>
                <a:spcPts val="0"/>
              </a:spcBef>
              <a:spcAft>
                <a:spcPts val="0"/>
              </a:spcAft>
              <a:buClr>
                <a:srgbClr val="000000"/>
              </a:buClr>
              <a:buSzPts val="5200"/>
              <a:buNone/>
              <a:defRPr sz="5200">
                <a:solidFill>
                  <a:srgbClr val="000000"/>
                </a:solidFill>
              </a:defRPr>
            </a:lvl7pPr>
            <a:lvl8pPr lvl="7" algn="ctr">
              <a:lnSpc>
                <a:spcPct val="100000"/>
              </a:lnSpc>
              <a:spcBef>
                <a:spcPts val="0"/>
              </a:spcBef>
              <a:spcAft>
                <a:spcPts val="0"/>
              </a:spcAft>
              <a:buClr>
                <a:srgbClr val="000000"/>
              </a:buClr>
              <a:buSzPts val="5200"/>
              <a:buNone/>
              <a:defRPr sz="5200">
                <a:solidFill>
                  <a:srgbClr val="000000"/>
                </a:solidFill>
              </a:defRPr>
            </a:lvl8pPr>
            <a:lvl9pPr lvl="8" algn="ctr">
              <a:lnSpc>
                <a:spcPct val="100000"/>
              </a:lnSpc>
              <a:spcBef>
                <a:spcPts val="0"/>
              </a:spcBef>
              <a:spcAft>
                <a:spcPts val="0"/>
              </a:spcAft>
              <a:buClr>
                <a:srgbClr val="000000"/>
              </a:buClr>
              <a:buSzPts val="5200"/>
              <a:buNone/>
              <a:defRPr sz="5200">
                <a:solidFill>
                  <a:srgbClr val="000000"/>
                </a:solidFill>
              </a:defRPr>
            </a:lvl9pPr>
          </a:lstStyle>
          <a:p/>
        </p:txBody>
      </p:sp>
      <p:sp>
        <p:nvSpPr>
          <p:cNvPr id="29" name="Google Shape;29;p29"/>
          <p:cNvSpPr txBox="1"/>
          <p:nvPr>
            <p:ph idx="1" type="subTitle"/>
          </p:nvPr>
        </p:nvSpPr>
        <p:spPr>
          <a:xfrm>
            <a:off x="2569800" y="3188701"/>
            <a:ext cx="4004400" cy="7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400"/>
              <a:buNone/>
              <a:defRPr sz="1400">
                <a:solidFill>
                  <a:srgbClr val="000000"/>
                </a:solidFill>
              </a:defRPr>
            </a:lvl1pPr>
            <a:lvl2pPr lvl="1" algn="ctr">
              <a:lnSpc>
                <a:spcPct val="100000"/>
              </a:lnSpc>
              <a:spcBef>
                <a:spcPts val="0"/>
              </a:spcBef>
              <a:spcAft>
                <a:spcPts val="0"/>
              </a:spcAft>
              <a:buClr>
                <a:srgbClr val="000000"/>
              </a:buClr>
              <a:buSzPts val="1400"/>
              <a:buNone/>
              <a:defRPr sz="1400">
                <a:solidFill>
                  <a:srgbClr val="000000"/>
                </a:solidFill>
              </a:defRPr>
            </a:lvl2pPr>
            <a:lvl3pPr lvl="2" algn="ctr">
              <a:lnSpc>
                <a:spcPct val="100000"/>
              </a:lnSpc>
              <a:spcBef>
                <a:spcPts val="0"/>
              </a:spcBef>
              <a:spcAft>
                <a:spcPts val="0"/>
              </a:spcAft>
              <a:buClr>
                <a:srgbClr val="000000"/>
              </a:buClr>
              <a:buSzPts val="1400"/>
              <a:buNone/>
              <a:defRPr sz="1400">
                <a:solidFill>
                  <a:srgbClr val="000000"/>
                </a:solidFill>
              </a:defRPr>
            </a:lvl3pPr>
            <a:lvl4pPr lvl="3" algn="ctr">
              <a:lnSpc>
                <a:spcPct val="100000"/>
              </a:lnSpc>
              <a:spcBef>
                <a:spcPts val="0"/>
              </a:spcBef>
              <a:spcAft>
                <a:spcPts val="0"/>
              </a:spcAft>
              <a:buClr>
                <a:srgbClr val="000000"/>
              </a:buClr>
              <a:buSzPts val="1400"/>
              <a:buNone/>
              <a:defRPr sz="1400">
                <a:solidFill>
                  <a:srgbClr val="000000"/>
                </a:solidFill>
              </a:defRPr>
            </a:lvl4pPr>
            <a:lvl5pPr lvl="4" algn="ctr">
              <a:lnSpc>
                <a:spcPct val="100000"/>
              </a:lnSpc>
              <a:spcBef>
                <a:spcPts val="0"/>
              </a:spcBef>
              <a:spcAft>
                <a:spcPts val="0"/>
              </a:spcAft>
              <a:buClr>
                <a:srgbClr val="000000"/>
              </a:buClr>
              <a:buSzPts val="1400"/>
              <a:buNone/>
              <a:defRPr sz="1400">
                <a:solidFill>
                  <a:srgbClr val="000000"/>
                </a:solidFill>
              </a:defRPr>
            </a:lvl5pPr>
            <a:lvl6pPr lvl="5" algn="ctr">
              <a:lnSpc>
                <a:spcPct val="100000"/>
              </a:lnSpc>
              <a:spcBef>
                <a:spcPts val="0"/>
              </a:spcBef>
              <a:spcAft>
                <a:spcPts val="0"/>
              </a:spcAft>
              <a:buClr>
                <a:srgbClr val="000000"/>
              </a:buClr>
              <a:buSzPts val="1400"/>
              <a:buNone/>
              <a:defRPr sz="1400">
                <a:solidFill>
                  <a:srgbClr val="000000"/>
                </a:solidFill>
              </a:defRPr>
            </a:lvl6pPr>
            <a:lvl7pPr lvl="6" algn="ctr">
              <a:lnSpc>
                <a:spcPct val="100000"/>
              </a:lnSpc>
              <a:spcBef>
                <a:spcPts val="0"/>
              </a:spcBef>
              <a:spcAft>
                <a:spcPts val="0"/>
              </a:spcAft>
              <a:buClr>
                <a:srgbClr val="000000"/>
              </a:buClr>
              <a:buSzPts val="1400"/>
              <a:buNone/>
              <a:defRPr sz="1400">
                <a:solidFill>
                  <a:srgbClr val="000000"/>
                </a:solidFill>
              </a:defRPr>
            </a:lvl7pPr>
            <a:lvl8pPr lvl="7" algn="ctr">
              <a:lnSpc>
                <a:spcPct val="100000"/>
              </a:lnSpc>
              <a:spcBef>
                <a:spcPts val="0"/>
              </a:spcBef>
              <a:spcAft>
                <a:spcPts val="0"/>
              </a:spcAft>
              <a:buClr>
                <a:srgbClr val="000000"/>
              </a:buClr>
              <a:buSzPts val="1400"/>
              <a:buNone/>
              <a:defRPr sz="1400">
                <a:solidFill>
                  <a:srgbClr val="000000"/>
                </a:solidFill>
              </a:defRPr>
            </a:lvl8pPr>
            <a:lvl9pPr lvl="8" algn="ctr">
              <a:lnSpc>
                <a:spcPct val="100000"/>
              </a:lnSpc>
              <a:spcBef>
                <a:spcPts val="0"/>
              </a:spcBef>
              <a:spcAft>
                <a:spcPts val="0"/>
              </a:spcAft>
              <a:buClr>
                <a:srgbClr val="000000"/>
              </a:buClr>
              <a:buSzPts val="1400"/>
              <a:buNone/>
              <a:defRPr sz="1400">
                <a:solidFill>
                  <a:srgbClr val="000000"/>
                </a:solidFill>
              </a:defRPr>
            </a:lvl9pPr>
          </a:lstStyle>
          <a:p/>
        </p:txBody>
      </p:sp>
      <p:grpSp>
        <p:nvGrpSpPr>
          <p:cNvPr id="30" name="Google Shape;30;p29"/>
          <p:cNvGrpSpPr/>
          <p:nvPr/>
        </p:nvGrpSpPr>
        <p:grpSpPr>
          <a:xfrm>
            <a:off x="764825" y="439375"/>
            <a:ext cx="1924500" cy="1924500"/>
            <a:chOff x="6680825" y="2549350"/>
            <a:chExt cx="1539600" cy="1539600"/>
          </a:xfrm>
        </p:grpSpPr>
        <p:sp>
          <p:nvSpPr>
            <p:cNvPr id="31" name="Google Shape;31;p29"/>
            <p:cNvSpPr/>
            <p:nvPr/>
          </p:nvSpPr>
          <p:spPr>
            <a:xfrm>
              <a:off x="6825669" y="2694194"/>
              <a:ext cx="1249800" cy="1249800"/>
            </a:xfrm>
            <a:prstGeom prst="ellipse">
              <a:avLst/>
            </a:prstGeom>
            <a:solidFill>
              <a:srgbClr val="666666">
                <a:alpha val="5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9"/>
            <p:cNvSpPr/>
            <p:nvPr/>
          </p:nvSpPr>
          <p:spPr>
            <a:xfrm>
              <a:off x="6894850" y="2763375"/>
              <a:ext cx="1111200" cy="1111200"/>
            </a:xfrm>
            <a:prstGeom prst="ellipse">
              <a:avLst/>
            </a:prstGeom>
            <a:solidFill>
              <a:srgbClr val="666666">
                <a:alpha val="5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9"/>
            <p:cNvSpPr/>
            <p:nvPr/>
          </p:nvSpPr>
          <p:spPr>
            <a:xfrm>
              <a:off x="6680825" y="2549350"/>
              <a:ext cx="1539600" cy="1539600"/>
            </a:xfrm>
            <a:prstGeom prst="donut">
              <a:avLst>
                <a:gd fmla="val 495" name="adj"/>
              </a:avLst>
            </a:prstGeom>
            <a:solidFill>
              <a:srgbClr val="666666">
                <a:alpha val="5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34" name="Shape 34"/>
        <p:cNvGrpSpPr/>
        <p:nvPr/>
      </p:nvGrpSpPr>
      <p:grpSpPr>
        <a:xfrm>
          <a:off x="0" y="0"/>
          <a:ext cx="0" cy="0"/>
          <a:chOff x="0" y="0"/>
          <a:chExt cx="0" cy="0"/>
        </a:xfrm>
      </p:grpSpPr>
      <p:grpSp>
        <p:nvGrpSpPr>
          <p:cNvPr id="35" name="Google Shape;35;p30"/>
          <p:cNvGrpSpPr/>
          <p:nvPr/>
        </p:nvGrpSpPr>
        <p:grpSpPr>
          <a:xfrm>
            <a:off x="818844" y="502333"/>
            <a:ext cx="2324700" cy="2324700"/>
            <a:chOff x="-474900" y="321200"/>
            <a:chExt cx="2324700" cy="2324700"/>
          </a:xfrm>
        </p:grpSpPr>
        <p:sp>
          <p:nvSpPr>
            <p:cNvPr id="36" name="Google Shape;36;p30"/>
            <p:cNvSpPr/>
            <p:nvPr/>
          </p:nvSpPr>
          <p:spPr>
            <a:xfrm>
              <a:off x="-474900" y="321200"/>
              <a:ext cx="2324700" cy="2324700"/>
            </a:xfrm>
            <a:prstGeom prst="ellipse">
              <a:avLst/>
            </a:prstGeom>
            <a:no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30"/>
            <p:cNvSpPr/>
            <p:nvPr/>
          </p:nvSpPr>
          <p:spPr>
            <a:xfrm>
              <a:off x="120725" y="916825"/>
              <a:ext cx="1133400" cy="1133400"/>
            </a:xfrm>
            <a:prstGeom prst="ellipse">
              <a:avLst/>
            </a:prstGeom>
            <a:no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30"/>
            <p:cNvSpPr/>
            <p:nvPr/>
          </p:nvSpPr>
          <p:spPr>
            <a:xfrm>
              <a:off x="-137125" y="658975"/>
              <a:ext cx="1649100" cy="1649100"/>
            </a:xfrm>
            <a:prstGeom prst="ellipse">
              <a:avLst/>
            </a:prstGeom>
            <a:no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30"/>
            <p:cNvSpPr/>
            <p:nvPr/>
          </p:nvSpPr>
          <p:spPr>
            <a:xfrm>
              <a:off x="313650" y="1109750"/>
              <a:ext cx="747600" cy="747600"/>
            </a:xfrm>
            <a:prstGeom prst="ellipse">
              <a:avLst/>
            </a:prstGeom>
            <a:no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 name="Google Shape;40;p30"/>
          <p:cNvSpPr/>
          <p:nvPr/>
        </p:nvSpPr>
        <p:spPr>
          <a:xfrm>
            <a:off x="1794525" y="-407900"/>
            <a:ext cx="5959200" cy="5959200"/>
          </a:xfrm>
          <a:prstGeom prst="ellipse">
            <a:avLst/>
          </a:prstGeom>
          <a:solidFill>
            <a:srgbClr val="000000">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30"/>
          <p:cNvSpPr/>
          <p:nvPr/>
        </p:nvSpPr>
        <p:spPr>
          <a:xfrm>
            <a:off x="8556000" y="4576450"/>
            <a:ext cx="435600" cy="435600"/>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30"/>
          <p:cNvSpPr txBox="1"/>
          <p:nvPr>
            <p:ph idx="1" type="body"/>
          </p:nvPr>
        </p:nvSpPr>
        <p:spPr>
          <a:xfrm>
            <a:off x="2385525" y="1310550"/>
            <a:ext cx="4777200" cy="3265800"/>
          </a:xfrm>
          <a:prstGeom prst="rect">
            <a:avLst/>
          </a:prstGeom>
          <a:noFill/>
          <a:ln>
            <a:noFill/>
          </a:ln>
        </p:spPr>
        <p:txBody>
          <a:bodyPr anchorCtr="0" anchor="t" bIns="91425" lIns="91425" spcFirstLastPara="1" rIns="91425" wrap="square" tIns="91425">
            <a:noAutofit/>
          </a:bodyPr>
          <a:lstStyle>
            <a:lvl1pPr indent="-393700" lvl="0" marL="457200" algn="l">
              <a:lnSpc>
                <a:spcPct val="100000"/>
              </a:lnSpc>
              <a:spcBef>
                <a:spcPts val="600"/>
              </a:spcBef>
              <a:spcAft>
                <a:spcPts val="0"/>
              </a:spcAft>
              <a:buSzPts val="2600"/>
              <a:buFont typeface="Poppins"/>
              <a:buChar char="￮"/>
              <a:defRPr b="1" sz="2600">
                <a:latin typeface="Poppins"/>
                <a:ea typeface="Poppins"/>
                <a:cs typeface="Poppins"/>
                <a:sym typeface="Poppins"/>
              </a:defRPr>
            </a:lvl1pPr>
            <a:lvl2pPr indent="-393700" lvl="1" marL="914400" algn="l">
              <a:lnSpc>
                <a:spcPct val="100000"/>
              </a:lnSpc>
              <a:spcBef>
                <a:spcPts val="0"/>
              </a:spcBef>
              <a:spcAft>
                <a:spcPts val="0"/>
              </a:spcAft>
              <a:buSzPts val="2600"/>
              <a:buFont typeface="Poppins"/>
              <a:buChar char="￮"/>
              <a:defRPr b="1" sz="2600">
                <a:latin typeface="Poppins"/>
                <a:ea typeface="Poppins"/>
                <a:cs typeface="Poppins"/>
                <a:sym typeface="Poppins"/>
              </a:defRPr>
            </a:lvl2pPr>
            <a:lvl3pPr indent="-393700" lvl="2" marL="1371600" algn="l">
              <a:lnSpc>
                <a:spcPct val="100000"/>
              </a:lnSpc>
              <a:spcBef>
                <a:spcPts val="0"/>
              </a:spcBef>
              <a:spcAft>
                <a:spcPts val="0"/>
              </a:spcAft>
              <a:buSzPts val="2600"/>
              <a:buFont typeface="Poppins"/>
              <a:buChar char="￮"/>
              <a:defRPr b="1" sz="2600">
                <a:latin typeface="Poppins"/>
                <a:ea typeface="Poppins"/>
                <a:cs typeface="Poppins"/>
                <a:sym typeface="Poppins"/>
              </a:defRPr>
            </a:lvl3pPr>
            <a:lvl4pPr indent="-393700" lvl="3" marL="1828800" algn="l">
              <a:lnSpc>
                <a:spcPct val="100000"/>
              </a:lnSpc>
              <a:spcBef>
                <a:spcPts val="0"/>
              </a:spcBef>
              <a:spcAft>
                <a:spcPts val="0"/>
              </a:spcAft>
              <a:buSzPts val="2600"/>
              <a:buFont typeface="Poppins"/>
              <a:buChar char="●"/>
              <a:defRPr b="1" sz="2600">
                <a:latin typeface="Poppins"/>
                <a:ea typeface="Poppins"/>
                <a:cs typeface="Poppins"/>
                <a:sym typeface="Poppins"/>
              </a:defRPr>
            </a:lvl4pPr>
            <a:lvl5pPr indent="-393700" lvl="4" marL="2286000" algn="l">
              <a:lnSpc>
                <a:spcPct val="100000"/>
              </a:lnSpc>
              <a:spcBef>
                <a:spcPts val="0"/>
              </a:spcBef>
              <a:spcAft>
                <a:spcPts val="0"/>
              </a:spcAft>
              <a:buSzPts val="2600"/>
              <a:buFont typeface="Poppins"/>
              <a:buChar char="○"/>
              <a:defRPr b="1" sz="2600">
                <a:latin typeface="Poppins"/>
                <a:ea typeface="Poppins"/>
                <a:cs typeface="Poppins"/>
                <a:sym typeface="Poppins"/>
              </a:defRPr>
            </a:lvl5pPr>
            <a:lvl6pPr indent="-393700" lvl="5" marL="2743200" algn="l">
              <a:lnSpc>
                <a:spcPct val="100000"/>
              </a:lnSpc>
              <a:spcBef>
                <a:spcPts val="0"/>
              </a:spcBef>
              <a:spcAft>
                <a:spcPts val="0"/>
              </a:spcAft>
              <a:buSzPts val="2600"/>
              <a:buFont typeface="Poppins"/>
              <a:buChar char="■"/>
              <a:defRPr b="1" sz="2600">
                <a:latin typeface="Poppins"/>
                <a:ea typeface="Poppins"/>
                <a:cs typeface="Poppins"/>
                <a:sym typeface="Poppins"/>
              </a:defRPr>
            </a:lvl6pPr>
            <a:lvl7pPr indent="-393700" lvl="6" marL="3200400" algn="l">
              <a:lnSpc>
                <a:spcPct val="100000"/>
              </a:lnSpc>
              <a:spcBef>
                <a:spcPts val="0"/>
              </a:spcBef>
              <a:spcAft>
                <a:spcPts val="0"/>
              </a:spcAft>
              <a:buSzPts val="2600"/>
              <a:buFont typeface="Poppins"/>
              <a:buChar char="●"/>
              <a:defRPr b="1" sz="2600">
                <a:latin typeface="Poppins"/>
                <a:ea typeface="Poppins"/>
                <a:cs typeface="Poppins"/>
                <a:sym typeface="Poppins"/>
              </a:defRPr>
            </a:lvl7pPr>
            <a:lvl8pPr indent="-393700" lvl="7" marL="3657600" algn="l">
              <a:lnSpc>
                <a:spcPct val="100000"/>
              </a:lnSpc>
              <a:spcBef>
                <a:spcPts val="0"/>
              </a:spcBef>
              <a:spcAft>
                <a:spcPts val="0"/>
              </a:spcAft>
              <a:buSzPts val="2600"/>
              <a:buFont typeface="Poppins"/>
              <a:buChar char="○"/>
              <a:defRPr b="1" sz="2600">
                <a:latin typeface="Poppins"/>
                <a:ea typeface="Poppins"/>
                <a:cs typeface="Poppins"/>
                <a:sym typeface="Poppins"/>
              </a:defRPr>
            </a:lvl8pPr>
            <a:lvl9pPr indent="-393700" lvl="8" marL="4114800" algn="l">
              <a:lnSpc>
                <a:spcPct val="100000"/>
              </a:lnSpc>
              <a:spcBef>
                <a:spcPts val="0"/>
              </a:spcBef>
              <a:spcAft>
                <a:spcPts val="0"/>
              </a:spcAft>
              <a:buSzPts val="2600"/>
              <a:buFont typeface="Poppins"/>
              <a:buChar char="■"/>
              <a:defRPr b="1" sz="2600">
                <a:latin typeface="Poppins"/>
                <a:ea typeface="Poppins"/>
                <a:cs typeface="Poppins"/>
                <a:sym typeface="Poppins"/>
              </a:defRPr>
            </a:lvl9pPr>
          </a:lstStyle>
          <a:p/>
        </p:txBody>
      </p:sp>
      <p:sp>
        <p:nvSpPr>
          <p:cNvPr id="43" name="Google Shape;43;p30"/>
          <p:cNvSpPr txBox="1"/>
          <p:nvPr/>
        </p:nvSpPr>
        <p:spPr>
          <a:xfrm>
            <a:off x="1599200" y="1326625"/>
            <a:ext cx="764100" cy="653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200"/>
              <a:buFont typeface="Arial"/>
              <a:buNone/>
            </a:pPr>
            <a:r>
              <a:rPr b="1" i="0" lang="en-US" sz="7200" u="none" cap="none" strike="noStrike">
                <a:solidFill>
                  <a:srgbClr val="000000"/>
                </a:solidFill>
                <a:latin typeface="Poppins"/>
                <a:ea typeface="Poppins"/>
                <a:cs typeface="Poppins"/>
                <a:sym typeface="Poppins"/>
              </a:rPr>
              <a:t>“</a:t>
            </a:r>
            <a:endParaRPr b="1" i="0" sz="7200" u="none" cap="none" strike="noStrike">
              <a:solidFill>
                <a:srgbClr val="000000"/>
              </a:solidFill>
              <a:latin typeface="Poppins"/>
              <a:ea typeface="Poppins"/>
              <a:cs typeface="Poppins"/>
              <a:sym typeface="Poppins"/>
            </a:endParaRPr>
          </a:p>
        </p:txBody>
      </p:sp>
      <p:sp>
        <p:nvSpPr>
          <p:cNvPr id="44" name="Google Shape;44;p30"/>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1pPr>
            <a:lvl2pPr indent="0" lvl="1"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2pPr>
            <a:lvl3pPr indent="0" lvl="2"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3pPr>
            <a:lvl4pPr indent="0" lvl="3"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4pPr>
            <a:lvl5pPr indent="0" lvl="4"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5pPr>
            <a:lvl6pPr indent="0" lvl="5"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6pPr>
            <a:lvl7pPr indent="0" lvl="6"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7pPr>
            <a:lvl8pPr indent="0" lvl="7"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8pPr>
            <a:lvl9pPr indent="0" lvl="8"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45" name="Shape 45"/>
        <p:cNvGrpSpPr/>
        <p:nvPr/>
      </p:nvGrpSpPr>
      <p:grpSpPr>
        <a:xfrm>
          <a:off x="0" y="0"/>
          <a:ext cx="0" cy="0"/>
          <a:chOff x="0" y="0"/>
          <a:chExt cx="0" cy="0"/>
        </a:xfrm>
      </p:grpSpPr>
      <p:sp>
        <p:nvSpPr>
          <p:cNvPr id="46" name="Google Shape;46;p31"/>
          <p:cNvSpPr/>
          <p:nvPr/>
        </p:nvSpPr>
        <p:spPr>
          <a:xfrm>
            <a:off x="6081700" y="764000"/>
            <a:ext cx="3615600" cy="3615600"/>
          </a:xfrm>
          <a:prstGeom prst="ellipse">
            <a:avLst/>
          </a:prstGeom>
          <a:no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7" name="Google Shape;47;p31"/>
          <p:cNvGrpSpPr/>
          <p:nvPr/>
        </p:nvGrpSpPr>
        <p:grpSpPr>
          <a:xfrm>
            <a:off x="-442731" y="337284"/>
            <a:ext cx="2324700" cy="2324700"/>
            <a:chOff x="-474900" y="321200"/>
            <a:chExt cx="2324700" cy="2324700"/>
          </a:xfrm>
        </p:grpSpPr>
        <p:sp>
          <p:nvSpPr>
            <p:cNvPr id="48" name="Google Shape;48;p31"/>
            <p:cNvSpPr/>
            <p:nvPr/>
          </p:nvSpPr>
          <p:spPr>
            <a:xfrm>
              <a:off x="-474900" y="321200"/>
              <a:ext cx="2324700" cy="2324700"/>
            </a:xfrm>
            <a:prstGeom prst="ellipse">
              <a:avLst/>
            </a:prstGeom>
            <a:no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31"/>
            <p:cNvSpPr/>
            <p:nvPr/>
          </p:nvSpPr>
          <p:spPr>
            <a:xfrm>
              <a:off x="120725" y="916825"/>
              <a:ext cx="1133400" cy="1133400"/>
            </a:xfrm>
            <a:prstGeom prst="ellipse">
              <a:avLst/>
            </a:prstGeom>
            <a:no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31"/>
            <p:cNvSpPr/>
            <p:nvPr/>
          </p:nvSpPr>
          <p:spPr>
            <a:xfrm>
              <a:off x="-137125" y="658975"/>
              <a:ext cx="1649100" cy="1649100"/>
            </a:xfrm>
            <a:prstGeom prst="ellipse">
              <a:avLst/>
            </a:prstGeom>
            <a:no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31"/>
            <p:cNvSpPr/>
            <p:nvPr/>
          </p:nvSpPr>
          <p:spPr>
            <a:xfrm>
              <a:off x="313650" y="1109750"/>
              <a:ext cx="747600" cy="747600"/>
            </a:xfrm>
            <a:prstGeom prst="ellipse">
              <a:avLst/>
            </a:prstGeom>
            <a:no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 name="Google Shape;52;p31"/>
          <p:cNvSpPr/>
          <p:nvPr/>
        </p:nvSpPr>
        <p:spPr>
          <a:xfrm>
            <a:off x="8556000" y="4576450"/>
            <a:ext cx="435600" cy="435600"/>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31"/>
          <p:cNvSpPr txBox="1"/>
          <p:nvPr>
            <p:ph type="title"/>
          </p:nvPr>
        </p:nvSpPr>
        <p:spPr>
          <a:xfrm>
            <a:off x="457200" y="1166125"/>
            <a:ext cx="5220300" cy="683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54" name="Google Shape;54;p31"/>
          <p:cNvSpPr txBox="1"/>
          <p:nvPr>
            <p:ph idx="1" type="body"/>
          </p:nvPr>
        </p:nvSpPr>
        <p:spPr>
          <a:xfrm>
            <a:off x="1069625" y="1958050"/>
            <a:ext cx="4608000" cy="2618400"/>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600"/>
              </a:spcBef>
              <a:spcAft>
                <a:spcPts val="0"/>
              </a:spcAft>
              <a:buSzPts val="1600"/>
              <a:buChar char="￮"/>
              <a:defRPr/>
            </a:lvl1pPr>
            <a:lvl2pPr indent="-330200" lvl="1" marL="914400" algn="l">
              <a:lnSpc>
                <a:spcPct val="100000"/>
              </a:lnSpc>
              <a:spcBef>
                <a:spcPts val="0"/>
              </a:spcBef>
              <a:spcAft>
                <a:spcPts val="0"/>
              </a:spcAft>
              <a:buSzPts val="1600"/>
              <a:buChar char="￮"/>
              <a:defRPr/>
            </a:lvl2pPr>
            <a:lvl3pPr indent="-330200" lvl="2" marL="1371600" algn="l">
              <a:lnSpc>
                <a:spcPct val="100000"/>
              </a:lnSpc>
              <a:spcBef>
                <a:spcPts val="0"/>
              </a:spcBef>
              <a:spcAft>
                <a:spcPts val="0"/>
              </a:spcAft>
              <a:buSzPts val="1600"/>
              <a:buChar char="￮"/>
              <a:defRPr/>
            </a:lvl3pPr>
            <a:lvl4pPr indent="-330200" lvl="3" marL="1828800" algn="l">
              <a:lnSpc>
                <a:spcPct val="100000"/>
              </a:lnSpc>
              <a:spcBef>
                <a:spcPts val="0"/>
              </a:spcBef>
              <a:spcAft>
                <a:spcPts val="0"/>
              </a:spcAft>
              <a:buSzPts val="1600"/>
              <a:buChar char="●"/>
              <a:defRPr/>
            </a:lvl4pPr>
            <a:lvl5pPr indent="-330200" lvl="4" marL="2286000" algn="l">
              <a:lnSpc>
                <a:spcPct val="100000"/>
              </a:lnSpc>
              <a:spcBef>
                <a:spcPts val="0"/>
              </a:spcBef>
              <a:spcAft>
                <a:spcPts val="0"/>
              </a:spcAft>
              <a:buSzPts val="1600"/>
              <a:buChar char="○"/>
              <a:defRPr/>
            </a:lvl5pPr>
            <a:lvl6pPr indent="-330200" lvl="5" marL="2743200" algn="l">
              <a:lnSpc>
                <a:spcPct val="100000"/>
              </a:lnSpc>
              <a:spcBef>
                <a:spcPts val="0"/>
              </a:spcBef>
              <a:spcAft>
                <a:spcPts val="0"/>
              </a:spcAft>
              <a:buSzPts val="1600"/>
              <a:buChar char="■"/>
              <a:defRPr/>
            </a:lvl6pPr>
            <a:lvl7pPr indent="-330200" lvl="6" marL="3200400" algn="l">
              <a:lnSpc>
                <a:spcPct val="100000"/>
              </a:lnSpc>
              <a:spcBef>
                <a:spcPts val="0"/>
              </a:spcBef>
              <a:spcAft>
                <a:spcPts val="0"/>
              </a:spcAft>
              <a:buSzPts val="1600"/>
              <a:buChar char="●"/>
              <a:defRPr/>
            </a:lvl7pPr>
            <a:lvl8pPr indent="-330200" lvl="7" marL="3657600" algn="l">
              <a:lnSpc>
                <a:spcPct val="100000"/>
              </a:lnSpc>
              <a:spcBef>
                <a:spcPts val="0"/>
              </a:spcBef>
              <a:spcAft>
                <a:spcPts val="0"/>
              </a:spcAft>
              <a:buSzPts val="1600"/>
              <a:buChar char="○"/>
              <a:defRPr/>
            </a:lvl8pPr>
            <a:lvl9pPr indent="-330200" lvl="8" marL="4114800" algn="l">
              <a:lnSpc>
                <a:spcPct val="100000"/>
              </a:lnSpc>
              <a:spcBef>
                <a:spcPts val="0"/>
              </a:spcBef>
              <a:spcAft>
                <a:spcPts val="0"/>
              </a:spcAft>
              <a:buSzPts val="1600"/>
              <a:buChar char="■"/>
              <a:defRPr/>
            </a:lvl9pPr>
          </a:lstStyle>
          <a:p/>
        </p:txBody>
      </p:sp>
      <p:sp>
        <p:nvSpPr>
          <p:cNvPr id="55" name="Google Shape;55;p31"/>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1pPr>
            <a:lvl2pPr indent="0" lvl="1"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2pPr>
            <a:lvl3pPr indent="0" lvl="2"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3pPr>
            <a:lvl4pPr indent="0" lvl="3"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4pPr>
            <a:lvl5pPr indent="0" lvl="4"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5pPr>
            <a:lvl6pPr indent="0" lvl="5"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6pPr>
            <a:lvl7pPr indent="0" lvl="6"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7pPr>
            <a:lvl8pPr indent="0" lvl="7"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8pPr>
            <a:lvl9pPr indent="0" lvl="8"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9pPr>
          </a:lstStyle>
          <a:p>
            <a:pPr indent="0" lvl="0" marL="0" rtl="0" algn="ctr">
              <a:spcBef>
                <a:spcPts val="0"/>
              </a:spcBef>
              <a:spcAft>
                <a:spcPts val="0"/>
              </a:spcAft>
              <a:buNone/>
            </a:pPr>
            <a:fld id="{00000000-1234-1234-1234-123412341234}" type="slidenum">
              <a:rPr lang="en-US"/>
              <a:t>‹#›</a:t>
            </a:fld>
            <a:endParaRPr/>
          </a:p>
        </p:txBody>
      </p:sp>
      <p:sp>
        <p:nvSpPr>
          <p:cNvPr id="56" name="Google Shape;56;p31"/>
          <p:cNvSpPr/>
          <p:nvPr/>
        </p:nvSpPr>
        <p:spPr>
          <a:xfrm>
            <a:off x="6272900" y="955200"/>
            <a:ext cx="3233100" cy="3233100"/>
          </a:xfrm>
          <a:prstGeom prst="ellipse">
            <a:avLst/>
          </a:prstGeom>
          <a:solidFill>
            <a:srgbClr val="000000">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 A" type="blank">
  <p:cSld name="BLANK">
    <p:spTree>
      <p:nvGrpSpPr>
        <p:cNvPr id="57" name="Shape 57"/>
        <p:cNvGrpSpPr/>
        <p:nvPr/>
      </p:nvGrpSpPr>
      <p:grpSpPr>
        <a:xfrm>
          <a:off x="0" y="0"/>
          <a:ext cx="0" cy="0"/>
          <a:chOff x="0" y="0"/>
          <a:chExt cx="0" cy="0"/>
        </a:xfrm>
      </p:grpSpPr>
      <p:sp>
        <p:nvSpPr>
          <p:cNvPr id="58" name="Google Shape;58;p32"/>
          <p:cNvSpPr/>
          <p:nvPr/>
        </p:nvSpPr>
        <p:spPr>
          <a:xfrm>
            <a:off x="764000" y="-1236275"/>
            <a:ext cx="7616100" cy="7616100"/>
          </a:xfrm>
          <a:prstGeom prst="ellipse">
            <a:avLst/>
          </a:prstGeom>
          <a:no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32"/>
          <p:cNvSpPr/>
          <p:nvPr/>
        </p:nvSpPr>
        <p:spPr>
          <a:xfrm>
            <a:off x="1198300" y="-801975"/>
            <a:ext cx="6747000" cy="6747000"/>
          </a:xfrm>
          <a:prstGeom prst="ellipse">
            <a:avLst/>
          </a:prstGeom>
          <a:no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32"/>
          <p:cNvSpPr/>
          <p:nvPr/>
        </p:nvSpPr>
        <p:spPr>
          <a:xfrm>
            <a:off x="2267900" y="267625"/>
            <a:ext cx="4608300" cy="4608300"/>
          </a:xfrm>
          <a:prstGeom prst="ellipse">
            <a:avLst/>
          </a:prstGeom>
          <a:no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32"/>
          <p:cNvSpPr/>
          <p:nvPr/>
        </p:nvSpPr>
        <p:spPr>
          <a:xfrm>
            <a:off x="-704850" y="-2705100"/>
            <a:ext cx="10553700" cy="10553700"/>
          </a:xfrm>
          <a:prstGeom prst="donut">
            <a:avLst>
              <a:gd fmla="val 10467" name="adj"/>
            </a:avLst>
          </a:prstGeom>
          <a:solidFill>
            <a:srgbClr val="000000">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32"/>
          <p:cNvSpPr/>
          <p:nvPr/>
        </p:nvSpPr>
        <p:spPr>
          <a:xfrm>
            <a:off x="8556000" y="4576450"/>
            <a:ext cx="435600" cy="435600"/>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32"/>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1pPr>
            <a:lvl2pPr indent="0" lvl="1"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2pPr>
            <a:lvl3pPr indent="0" lvl="2"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3pPr>
            <a:lvl4pPr indent="0" lvl="3"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4pPr>
            <a:lvl5pPr indent="0" lvl="4"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5pPr>
            <a:lvl6pPr indent="0" lvl="5"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6pPr>
            <a:lvl7pPr indent="0" lvl="6"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7pPr>
            <a:lvl8pPr indent="0" lvl="7"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8pPr>
            <a:lvl9pPr indent="0" lvl="8"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64" name="Shape 64"/>
        <p:cNvGrpSpPr/>
        <p:nvPr/>
      </p:nvGrpSpPr>
      <p:grpSpPr>
        <a:xfrm>
          <a:off x="0" y="0"/>
          <a:ext cx="0" cy="0"/>
          <a:chOff x="0" y="0"/>
          <a:chExt cx="0" cy="0"/>
        </a:xfrm>
      </p:grpSpPr>
      <p:grpSp>
        <p:nvGrpSpPr>
          <p:cNvPr id="65" name="Google Shape;65;p33"/>
          <p:cNvGrpSpPr/>
          <p:nvPr/>
        </p:nvGrpSpPr>
        <p:grpSpPr>
          <a:xfrm>
            <a:off x="-442731" y="337284"/>
            <a:ext cx="2324700" cy="2324700"/>
            <a:chOff x="-474900" y="321200"/>
            <a:chExt cx="2324700" cy="2324700"/>
          </a:xfrm>
        </p:grpSpPr>
        <p:sp>
          <p:nvSpPr>
            <p:cNvPr id="66" name="Google Shape;66;p33"/>
            <p:cNvSpPr/>
            <p:nvPr/>
          </p:nvSpPr>
          <p:spPr>
            <a:xfrm>
              <a:off x="-474900" y="321200"/>
              <a:ext cx="2324700" cy="2324700"/>
            </a:xfrm>
            <a:prstGeom prst="ellipse">
              <a:avLst/>
            </a:prstGeom>
            <a:no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33"/>
            <p:cNvSpPr/>
            <p:nvPr/>
          </p:nvSpPr>
          <p:spPr>
            <a:xfrm>
              <a:off x="120725" y="916825"/>
              <a:ext cx="1133400" cy="1133400"/>
            </a:xfrm>
            <a:prstGeom prst="ellipse">
              <a:avLst/>
            </a:prstGeom>
            <a:no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33"/>
            <p:cNvSpPr/>
            <p:nvPr/>
          </p:nvSpPr>
          <p:spPr>
            <a:xfrm>
              <a:off x="-137125" y="658975"/>
              <a:ext cx="1649100" cy="1649100"/>
            </a:xfrm>
            <a:prstGeom prst="ellipse">
              <a:avLst/>
            </a:prstGeom>
            <a:no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33"/>
            <p:cNvSpPr/>
            <p:nvPr/>
          </p:nvSpPr>
          <p:spPr>
            <a:xfrm>
              <a:off x="313650" y="1109750"/>
              <a:ext cx="747600" cy="747600"/>
            </a:xfrm>
            <a:prstGeom prst="ellipse">
              <a:avLst/>
            </a:prstGeom>
            <a:no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0" name="Google Shape;70;p33"/>
          <p:cNvSpPr/>
          <p:nvPr/>
        </p:nvSpPr>
        <p:spPr>
          <a:xfrm>
            <a:off x="8556000" y="4576450"/>
            <a:ext cx="435600" cy="435600"/>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33"/>
          <p:cNvSpPr txBox="1"/>
          <p:nvPr>
            <p:ph type="title"/>
          </p:nvPr>
        </p:nvSpPr>
        <p:spPr>
          <a:xfrm>
            <a:off x="457200" y="1166125"/>
            <a:ext cx="5220300" cy="683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72" name="Google Shape;72;p33"/>
          <p:cNvSpPr txBox="1"/>
          <p:nvPr>
            <p:ph idx="1" type="body"/>
          </p:nvPr>
        </p:nvSpPr>
        <p:spPr>
          <a:xfrm>
            <a:off x="1069625" y="1958050"/>
            <a:ext cx="2236800" cy="26184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600"/>
              </a:spcBef>
              <a:spcAft>
                <a:spcPts val="0"/>
              </a:spcAft>
              <a:buSzPts val="1400"/>
              <a:buChar char="￮"/>
              <a:defRPr sz="14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0"/>
              </a:spcBef>
              <a:spcAft>
                <a:spcPts val="0"/>
              </a:spcAft>
              <a:buSzPts val="1400"/>
              <a:buChar char="￮"/>
              <a:defRPr sz="1400"/>
            </a:lvl3pPr>
            <a:lvl4pPr indent="-317500" lvl="3" marL="1828800" algn="l">
              <a:lnSpc>
                <a:spcPct val="100000"/>
              </a:lnSpc>
              <a:spcBef>
                <a:spcPts val="0"/>
              </a:spcBef>
              <a:spcAft>
                <a:spcPts val="0"/>
              </a:spcAft>
              <a:buSzPts val="1400"/>
              <a:buChar char="●"/>
              <a:defRPr sz="1400"/>
            </a:lvl4pPr>
            <a:lvl5pPr indent="-317500" lvl="4" marL="2286000" algn="l">
              <a:lnSpc>
                <a:spcPct val="100000"/>
              </a:lnSpc>
              <a:spcBef>
                <a:spcPts val="0"/>
              </a:spcBef>
              <a:spcAft>
                <a:spcPts val="0"/>
              </a:spcAft>
              <a:buSzPts val="1400"/>
              <a:buChar char="○"/>
              <a:defRPr sz="1400"/>
            </a:lvl5pPr>
            <a:lvl6pPr indent="-317500" lvl="5" marL="2743200" algn="l">
              <a:lnSpc>
                <a:spcPct val="100000"/>
              </a:lnSpc>
              <a:spcBef>
                <a:spcPts val="0"/>
              </a:spcBef>
              <a:spcAft>
                <a:spcPts val="0"/>
              </a:spcAft>
              <a:buSzPts val="1400"/>
              <a:buChar char="■"/>
              <a:defRPr sz="1400"/>
            </a:lvl6pPr>
            <a:lvl7pPr indent="-317500" lvl="6" marL="3200400" algn="l">
              <a:lnSpc>
                <a:spcPct val="100000"/>
              </a:lnSpc>
              <a:spcBef>
                <a:spcPts val="0"/>
              </a:spcBef>
              <a:spcAft>
                <a:spcPts val="0"/>
              </a:spcAft>
              <a:buSzPts val="1400"/>
              <a:buChar char="●"/>
              <a:defRPr sz="1400"/>
            </a:lvl7pPr>
            <a:lvl8pPr indent="-317500" lvl="7" marL="3657600" algn="l">
              <a:lnSpc>
                <a:spcPct val="100000"/>
              </a:lnSpc>
              <a:spcBef>
                <a:spcPts val="0"/>
              </a:spcBef>
              <a:spcAft>
                <a:spcPts val="0"/>
              </a:spcAft>
              <a:buSzPts val="1400"/>
              <a:buChar char="○"/>
              <a:defRPr sz="1400"/>
            </a:lvl8pPr>
            <a:lvl9pPr indent="-317500" lvl="8" marL="4114800" algn="l">
              <a:lnSpc>
                <a:spcPct val="100000"/>
              </a:lnSpc>
              <a:spcBef>
                <a:spcPts val="0"/>
              </a:spcBef>
              <a:spcAft>
                <a:spcPts val="0"/>
              </a:spcAft>
              <a:buSzPts val="1400"/>
              <a:buChar char="■"/>
              <a:defRPr sz="1400"/>
            </a:lvl9pPr>
          </a:lstStyle>
          <a:p/>
        </p:txBody>
      </p:sp>
      <p:sp>
        <p:nvSpPr>
          <p:cNvPr id="73" name="Google Shape;73;p33"/>
          <p:cNvSpPr txBox="1"/>
          <p:nvPr>
            <p:ph idx="2" type="body"/>
          </p:nvPr>
        </p:nvSpPr>
        <p:spPr>
          <a:xfrm>
            <a:off x="3440857" y="1958050"/>
            <a:ext cx="2236800" cy="26184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600"/>
              </a:spcBef>
              <a:spcAft>
                <a:spcPts val="0"/>
              </a:spcAft>
              <a:buSzPts val="1400"/>
              <a:buChar char="￮"/>
              <a:defRPr sz="14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0"/>
              </a:spcBef>
              <a:spcAft>
                <a:spcPts val="0"/>
              </a:spcAft>
              <a:buSzPts val="1400"/>
              <a:buChar char="￮"/>
              <a:defRPr sz="1400"/>
            </a:lvl3pPr>
            <a:lvl4pPr indent="-317500" lvl="3" marL="1828800" algn="l">
              <a:lnSpc>
                <a:spcPct val="100000"/>
              </a:lnSpc>
              <a:spcBef>
                <a:spcPts val="0"/>
              </a:spcBef>
              <a:spcAft>
                <a:spcPts val="0"/>
              </a:spcAft>
              <a:buSzPts val="1400"/>
              <a:buChar char="●"/>
              <a:defRPr sz="1400"/>
            </a:lvl4pPr>
            <a:lvl5pPr indent="-317500" lvl="4" marL="2286000" algn="l">
              <a:lnSpc>
                <a:spcPct val="100000"/>
              </a:lnSpc>
              <a:spcBef>
                <a:spcPts val="0"/>
              </a:spcBef>
              <a:spcAft>
                <a:spcPts val="0"/>
              </a:spcAft>
              <a:buSzPts val="1400"/>
              <a:buChar char="○"/>
              <a:defRPr sz="1400"/>
            </a:lvl5pPr>
            <a:lvl6pPr indent="-317500" lvl="5" marL="2743200" algn="l">
              <a:lnSpc>
                <a:spcPct val="100000"/>
              </a:lnSpc>
              <a:spcBef>
                <a:spcPts val="0"/>
              </a:spcBef>
              <a:spcAft>
                <a:spcPts val="0"/>
              </a:spcAft>
              <a:buSzPts val="1400"/>
              <a:buChar char="■"/>
              <a:defRPr sz="1400"/>
            </a:lvl6pPr>
            <a:lvl7pPr indent="-317500" lvl="6" marL="3200400" algn="l">
              <a:lnSpc>
                <a:spcPct val="100000"/>
              </a:lnSpc>
              <a:spcBef>
                <a:spcPts val="0"/>
              </a:spcBef>
              <a:spcAft>
                <a:spcPts val="0"/>
              </a:spcAft>
              <a:buSzPts val="1400"/>
              <a:buChar char="●"/>
              <a:defRPr sz="1400"/>
            </a:lvl7pPr>
            <a:lvl8pPr indent="-317500" lvl="7" marL="3657600" algn="l">
              <a:lnSpc>
                <a:spcPct val="100000"/>
              </a:lnSpc>
              <a:spcBef>
                <a:spcPts val="0"/>
              </a:spcBef>
              <a:spcAft>
                <a:spcPts val="0"/>
              </a:spcAft>
              <a:buSzPts val="1400"/>
              <a:buChar char="○"/>
              <a:defRPr sz="1400"/>
            </a:lvl8pPr>
            <a:lvl9pPr indent="-317500" lvl="8" marL="4114800" algn="l">
              <a:lnSpc>
                <a:spcPct val="100000"/>
              </a:lnSpc>
              <a:spcBef>
                <a:spcPts val="0"/>
              </a:spcBef>
              <a:spcAft>
                <a:spcPts val="0"/>
              </a:spcAft>
              <a:buSzPts val="1400"/>
              <a:buChar char="■"/>
              <a:defRPr sz="1400"/>
            </a:lvl9pPr>
          </a:lstStyle>
          <a:p/>
        </p:txBody>
      </p:sp>
      <p:sp>
        <p:nvSpPr>
          <p:cNvPr id="74" name="Google Shape;74;p33"/>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1pPr>
            <a:lvl2pPr indent="0" lvl="1"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2pPr>
            <a:lvl3pPr indent="0" lvl="2"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3pPr>
            <a:lvl4pPr indent="0" lvl="3"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4pPr>
            <a:lvl5pPr indent="0" lvl="4"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5pPr>
            <a:lvl6pPr indent="0" lvl="5"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6pPr>
            <a:lvl7pPr indent="0" lvl="6"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7pPr>
            <a:lvl8pPr indent="0" lvl="7"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8pPr>
            <a:lvl9pPr indent="0" lvl="8"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9pPr>
          </a:lstStyle>
          <a:p>
            <a:pPr indent="0" lvl="0" marL="0" rtl="0" algn="ctr">
              <a:spcBef>
                <a:spcPts val="0"/>
              </a:spcBef>
              <a:spcAft>
                <a:spcPts val="0"/>
              </a:spcAft>
              <a:buNone/>
            </a:pPr>
            <a:fld id="{00000000-1234-1234-1234-123412341234}" type="slidenum">
              <a:rPr lang="en-US"/>
              <a:t>‹#›</a:t>
            </a:fld>
            <a:endParaRPr/>
          </a:p>
        </p:txBody>
      </p:sp>
      <p:sp>
        <p:nvSpPr>
          <p:cNvPr id="75" name="Google Shape;75;p33"/>
          <p:cNvSpPr/>
          <p:nvPr/>
        </p:nvSpPr>
        <p:spPr>
          <a:xfrm>
            <a:off x="6081700" y="764000"/>
            <a:ext cx="3615600" cy="3615600"/>
          </a:xfrm>
          <a:prstGeom prst="ellipse">
            <a:avLst/>
          </a:prstGeom>
          <a:no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33"/>
          <p:cNvSpPr/>
          <p:nvPr/>
        </p:nvSpPr>
        <p:spPr>
          <a:xfrm>
            <a:off x="6272900" y="955200"/>
            <a:ext cx="3233100" cy="3233100"/>
          </a:xfrm>
          <a:prstGeom prst="ellipse">
            <a:avLst/>
          </a:prstGeom>
          <a:solidFill>
            <a:srgbClr val="000000">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77" name="Shape 77"/>
        <p:cNvGrpSpPr/>
        <p:nvPr/>
      </p:nvGrpSpPr>
      <p:grpSpPr>
        <a:xfrm>
          <a:off x="0" y="0"/>
          <a:ext cx="0" cy="0"/>
          <a:chOff x="0" y="0"/>
          <a:chExt cx="0" cy="0"/>
        </a:xfrm>
      </p:grpSpPr>
      <p:grpSp>
        <p:nvGrpSpPr>
          <p:cNvPr id="78" name="Google Shape;78;p34"/>
          <p:cNvGrpSpPr/>
          <p:nvPr/>
        </p:nvGrpSpPr>
        <p:grpSpPr>
          <a:xfrm>
            <a:off x="-442731" y="337284"/>
            <a:ext cx="2324700" cy="2324700"/>
            <a:chOff x="-474900" y="321200"/>
            <a:chExt cx="2324700" cy="2324700"/>
          </a:xfrm>
        </p:grpSpPr>
        <p:sp>
          <p:nvSpPr>
            <p:cNvPr id="79" name="Google Shape;79;p34"/>
            <p:cNvSpPr/>
            <p:nvPr/>
          </p:nvSpPr>
          <p:spPr>
            <a:xfrm>
              <a:off x="-474900" y="321200"/>
              <a:ext cx="2324700" cy="2324700"/>
            </a:xfrm>
            <a:prstGeom prst="ellipse">
              <a:avLst/>
            </a:prstGeom>
            <a:no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34"/>
            <p:cNvSpPr/>
            <p:nvPr/>
          </p:nvSpPr>
          <p:spPr>
            <a:xfrm>
              <a:off x="120725" y="916825"/>
              <a:ext cx="1133400" cy="1133400"/>
            </a:xfrm>
            <a:prstGeom prst="ellipse">
              <a:avLst/>
            </a:prstGeom>
            <a:no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34"/>
            <p:cNvSpPr/>
            <p:nvPr/>
          </p:nvSpPr>
          <p:spPr>
            <a:xfrm>
              <a:off x="-137125" y="658975"/>
              <a:ext cx="1649100" cy="1649100"/>
            </a:xfrm>
            <a:prstGeom prst="ellipse">
              <a:avLst/>
            </a:prstGeom>
            <a:no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34"/>
            <p:cNvSpPr/>
            <p:nvPr/>
          </p:nvSpPr>
          <p:spPr>
            <a:xfrm>
              <a:off x="313650" y="1109750"/>
              <a:ext cx="747600" cy="747600"/>
            </a:xfrm>
            <a:prstGeom prst="ellipse">
              <a:avLst/>
            </a:prstGeom>
            <a:no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3" name="Google Shape;83;p34"/>
          <p:cNvSpPr/>
          <p:nvPr/>
        </p:nvSpPr>
        <p:spPr>
          <a:xfrm>
            <a:off x="8556000" y="4576450"/>
            <a:ext cx="435600" cy="435600"/>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34"/>
          <p:cNvSpPr txBox="1"/>
          <p:nvPr>
            <p:ph type="title"/>
          </p:nvPr>
        </p:nvSpPr>
        <p:spPr>
          <a:xfrm>
            <a:off x="457200" y="1166125"/>
            <a:ext cx="5220300" cy="683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85" name="Google Shape;85;p34"/>
          <p:cNvSpPr txBox="1"/>
          <p:nvPr>
            <p:ph idx="1" type="body"/>
          </p:nvPr>
        </p:nvSpPr>
        <p:spPr>
          <a:xfrm>
            <a:off x="1069625" y="1958050"/>
            <a:ext cx="1485300" cy="26184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600"/>
              </a:spcBef>
              <a:spcAft>
                <a:spcPts val="0"/>
              </a:spcAft>
              <a:buSzPts val="1100"/>
              <a:buChar char="￮"/>
              <a:defRPr sz="1100"/>
            </a:lvl1pPr>
            <a:lvl2pPr indent="-298450" lvl="1" marL="914400" algn="l">
              <a:lnSpc>
                <a:spcPct val="100000"/>
              </a:lnSpc>
              <a:spcBef>
                <a:spcPts val="0"/>
              </a:spcBef>
              <a:spcAft>
                <a:spcPts val="0"/>
              </a:spcAft>
              <a:buSzPts val="1100"/>
              <a:buChar char="￮"/>
              <a:defRPr sz="1100"/>
            </a:lvl2pPr>
            <a:lvl3pPr indent="-298450" lvl="2" marL="1371600" algn="l">
              <a:lnSpc>
                <a:spcPct val="100000"/>
              </a:lnSpc>
              <a:spcBef>
                <a:spcPts val="0"/>
              </a:spcBef>
              <a:spcAft>
                <a:spcPts val="0"/>
              </a:spcAft>
              <a:buSzPts val="1100"/>
              <a:buChar char="￮"/>
              <a:defRPr sz="1100"/>
            </a:lvl3pPr>
            <a:lvl4pPr indent="-298450" lvl="3" marL="1828800" algn="l">
              <a:lnSpc>
                <a:spcPct val="100000"/>
              </a:lnSpc>
              <a:spcBef>
                <a:spcPts val="0"/>
              </a:spcBef>
              <a:spcAft>
                <a:spcPts val="0"/>
              </a:spcAft>
              <a:buSzPts val="1100"/>
              <a:buChar char="●"/>
              <a:defRPr sz="1100"/>
            </a:lvl4pPr>
            <a:lvl5pPr indent="-298450" lvl="4" marL="2286000" algn="l">
              <a:lnSpc>
                <a:spcPct val="100000"/>
              </a:lnSpc>
              <a:spcBef>
                <a:spcPts val="0"/>
              </a:spcBef>
              <a:spcAft>
                <a:spcPts val="0"/>
              </a:spcAft>
              <a:buSzPts val="1100"/>
              <a:buChar char="○"/>
              <a:defRPr sz="1100"/>
            </a:lvl5pPr>
            <a:lvl6pPr indent="-298450" lvl="5" marL="2743200" algn="l">
              <a:lnSpc>
                <a:spcPct val="100000"/>
              </a:lnSpc>
              <a:spcBef>
                <a:spcPts val="0"/>
              </a:spcBef>
              <a:spcAft>
                <a:spcPts val="0"/>
              </a:spcAft>
              <a:buSzPts val="1100"/>
              <a:buChar char="■"/>
              <a:defRPr sz="1100"/>
            </a:lvl6pPr>
            <a:lvl7pPr indent="-298450" lvl="6" marL="3200400" algn="l">
              <a:lnSpc>
                <a:spcPct val="100000"/>
              </a:lnSpc>
              <a:spcBef>
                <a:spcPts val="0"/>
              </a:spcBef>
              <a:spcAft>
                <a:spcPts val="0"/>
              </a:spcAft>
              <a:buSzPts val="1100"/>
              <a:buChar char="●"/>
              <a:defRPr sz="1100"/>
            </a:lvl7pPr>
            <a:lvl8pPr indent="-298450" lvl="7" marL="3657600" algn="l">
              <a:lnSpc>
                <a:spcPct val="100000"/>
              </a:lnSpc>
              <a:spcBef>
                <a:spcPts val="0"/>
              </a:spcBef>
              <a:spcAft>
                <a:spcPts val="0"/>
              </a:spcAft>
              <a:buSzPts val="1100"/>
              <a:buChar char="○"/>
              <a:defRPr sz="1100"/>
            </a:lvl8pPr>
            <a:lvl9pPr indent="-298450" lvl="8" marL="4114800" algn="l">
              <a:lnSpc>
                <a:spcPct val="100000"/>
              </a:lnSpc>
              <a:spcBef>
                <a:spcPts val="0"/>
              </a:spcBef>
              <a:spcAft>
                <a:spcPts val="0"/>
              </a:spcAft>
              <a:buSzPts val="1100"/>
              <a:buChar char="■"/>
              <a:defRPr sz="1100"/>
            </a:lvl9pPr>
          </a:lstStyle>
          <a:p/>
        </p:txBody>
      </p:sp>
      <p:sp>
        <p:nvSpPr>
          <p:cNvPr id="86" name="Google Shape;86;p34"/>
          <p:cNvSpPr txBox="1"/>
          <p:nvPr>
            <p:ph idx="2" type="body"/>
          </p:nvPr>
        </p:nvSpPr>
        <p:spPr>
          <a:xfrm>
            <a:off x="2630936" y="1958050"/>
            <a:ext cx="1485300" cy="26184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600"/>
              </a:spcBef>
              <a:spcAft>
                <a:spcPts val="0"/>
              </a:spcAft>
              <a:buSzPts val="1100"/>
              <a:buChar char="￮"/>
              <a:defRPr sz="1100"/>
            </a:lvl1pPr>
            <a:lvl2pPr indent="-298450" lvl="1" marL="914400" algn="l">
              <a:lnSpc>
                <a:spcPct val="100000"/>
              </a:lnSpc>
              <a:spcBef>
                <a:spcPts val="0"/>
              </a:spcBef>
              <a:spcAft>
                <a:spcPts val="0"/>
              </a:spcAft>
              <a:buSzPts val="1100"/>
              <a:buChar char="￮"/>
              <a:defRPr sz="1100"/>
            </a:lvl2pPr>
            <a:lvl3pPr indent="-298450" lvl="2" marL="1371600" algn="l">
              <a:lnSpc>
                <a:spcPct val="100000"/>
              </a:lnSpc>
              <a:spcBef>
                <a:spcPts val="0"/>
              </a:spcBef>
              <a:spcAft>
                <a:spcPts val="0"/>
              </a:spcAft>
              <a:buSzPts val="1100"/>
              <a:buChar char="￮"/>
              <a:defRPr sz="1100"/>
            </a:lvl3pPr>
            <a:lvl4pPr indent="-298450" lvl="3" marL="1828800" algn="l">
              <a:lnSpc>
                <a:spcPct val="100000"/>
              </a:lnSpc>
              <a:spcBef>
                <a:spcPts val="0"/>
              </a:spcBef>
              <a:spcAft>
                <a:spcPts val="0"/>
              </a:spcAft>
              <a:buSzPts val="1100"/>
              <a:buChar char="●"/>
              <a:defRPr sz="1100"/>
            </a:lvl4pPr>
            <a:lvl5pPr indent="-298450" lvl="4" marL="2286000" algn="l">
              <a:lnSpc>
                <a:spcPct val="100000"/>
              </a:lnSpc>
              <a:spcBef>
                <a:spcPts val="0"/>
              </a:spcBef>
              <a:spcAft>
                <a:spcPts val="0"/>
              </a:spcAft>
              <a:buSzPts val="1100"/>
              <a:buChar char="○"/>
              <a:defRPr sz="1100"/>
            </a:lvl5pPr>
            <a:lvl6pPr indent="-298450" lvl="5" marL="2743200" algn="l">
              <a:lnSpc>
                <a:spcPct val="100000"/>
              </a:lnSpc>
              <a:spcBef>
                <a:spcPts val="0"/>
              </a:spcBef>
              <a:spcAft>
                <a:spcPts val="0"/>
              </a:spcAft>
              <a:buSzPts val="1100"/>
              <a:buChar char="■"/>
              <a:defRPr sz="1100"/>
            </a:lvl6pPr>
            <a:lvl7pPr indent="-298450" lvl="6" marL="3200400" algn="l">
              <a:lnSpc>
                <a:spcPct val="100000"/>
              </a:lnSpc>
              <a:spcBef>
                <a:spcPts val="0"/>
              </a:spcBef>
              <a:spcAft>
                <a:spcPts val="0"/>
              </a:spcAft>
              <a:buSzPts val="1100"/>
              <a:buChar char="●"/>
              <a:defRPr sz="1100"/>
            </a:lvl7pPr>
            <a:lvl8pPr indent="-298450" lvl="7" marL="3657600" algn="l">
              <a:lnSpc>
                <a:spcPct val="100000"/>
              </a:lnSpc>
              <a:spcBef>
                <a:spcPts val="0"/>
              </a:spcBef>
              <a:spcAft>
                <a:spcPts val="0"/>
              </a:spcAft>
              <a:buSzPts val="1100"/>
              <a:buChar char="○"/>
              <a:defRPr sz="1100"/>
            </a:lvl8pPr>
            <a:lvl9pPr indent="-298450" lvl="8" marL="4114800" algn="l">
              <a:lnSpc>
                <a:spcPct val="100000"/>
              </a:lnSpc>
              <a:spcBef>
                <a:spcPts val="0"/>
              </a:spcBef>
              <a:spcAft>
                <a:spcPts val="0"/>
              </a:spcAft>
              <a:buSzPts val="1100"/>
              <a:buChar char="■"/>
              <a:defRPr sz="1100"/>
            </a:lvl9pPr>
          </a:lstStyle>
          <a:p/>
        </p:txBody>
      </p:sp>
      <p:sp>
        <p:nvSpPr>
          <p:cNvPr id="87" name="Google Shape;87;p34"/>
          <p:cNvSpPr txBox="1"/>
          <p:nvPr>
            <p:ph idx="3" type="body"/>
          </p:nvPr>
        </p:nvSpPr>
        <p:spPr>
          <a:xfrm>
            <a:off x="4192246" y="1958050"/>
            <a:ext cx="1485300" cy="26184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600"/>
              </a:spcBef>
              <a:spcAft>
                <a:spcPts val="0"/>
              </a:spcAft>
              <a:buSzPts val="1100"/>
              <a:buChar char="￮"/>
              <a:defRPr sz="1100"/>
            </a:lvl1pPr>
            <a:lvl2pPr indent="-298450" lvl="1" marL="914400" algn="l">
              <a:lnSpc>
                <a:spcPct val="100000"/>
              </a:lnSpc>
              <a:spcBef>
                <a:spcPts val="0"/>
              </a:spcBef>
              <a:spcAft>
                <a:spcPts val="0"/>
              </a:spcAft>
              <a:buSzPts val="1100"/>
              <a:buChar char="￮"/>
              <a:defRPr sz="1100"/>
            </a:lvl2pPr>
            <a:lvl3pPr indent="-298450" lvl="2" marL="1371600" algn="l">
              <a:lnSpc>
                <a:spcPct val="100000"/>
              </a:lnSpc>
              <a:spcBef>
                <a:spcPts val="0"/>
              </a:spcBef>
              <a:spcAft>
                <a:spcPts val="0"/>
              </a:spcAft>
              <a:buSzPts val="1100"/>
              <a:buChar char="￮"/>
              <a:defRPr sz="1100"/>
            </a:lvl3pPr>
            <a:lvl4pPr indent="-298450" lvl="3" marL="1828800" algn="l">
              <a:lnSpc>
                <a:spcPct val="100000"/>
              </a:lnSpc>
              <a:spcBef>
                <a:spcPts val="0"/>
              </a:spcBef>
              <a:spcAft>
                <a:spcPts val="0"/>
              </a:spcAft>
              <a:buSzPts val="1100"/>
              <a:buChar char="●"/>
              <a:defRPr sz="1100"/>
            </a:lvl4pPr>
            <a:lvl5pPr indent="-298450" lvl="4" marL="2286000" algn="l">
              <a:lnSpc>
                <a:spcPct val="100000"/>
              </a:lnSpc>
              <a:spcBef>
                <a:spcPts val="0"/>
              </a:spcBef>
              <a:spcAft>
                <a:spcPts val="0"/>
              </a:spcAft>
              <a:buSzPts val="1100"/>
              <a:buChar char="○"/>
              <a:defRPr sz="1100"/>
            </a:lvl5pPr>
            <a:lvl6pPr indent="-298450" lvl="5" marL="2743200" algn="l">
              <a:lnSpc>
                <a:spcPct val="100000"/>
              </a:lnSpc>
              <a:spcBef>
                <a:spcPts val="0"/>
              </a:spcBef>
              <a:spcAft>
                <a:spcPts val="0"/>
              </a:spcAft>
              <a:buSzPts val="1100"/>
              <a:buChar char="■"/>
              <a:defRPr sz="1100"/>
            </a:lvl6pPr>
            <a:lvl7pPr indent="-298450" lvl="6" marL="3200400" algn="l">
              <a:lnSpc>
                <a:spcPct val="100000"/>
              </a:lnSpc>
              <a:spcBef>
                <a:spcPts val="0"/>
              </a:spcBef>
              <a:spcAft>
                <a:spcPts val="0"/>
              </a:spcAft>
              <a:buSzPts val="1100"/>
              <a:buChar char="●"/>
              <a:defRPr sz="1100"/>
            </a:lvl7pPr>
            <a:lvl8pPr indent="-298450" lvl="7" marL="3657600" algn="l">
              <a:lnSpc>
                <a:spcPct val="100000"/>
              </a:lnSpc>
              <a:spcBef>
                <a:spcPts val="0"/>
              </a:spcBef>
              <a:spcAft>
                <a:spcPts val="0"/>
              </a:spcAft>
              <a:buSzPts val="1100"/>
              <a:buChar char="○"/>
              <a:defRPr sz="1100"/>
            </a:lvl8pPr>
            <a:lvl9pPr indent="-298450" lvl="8" marL="4114800" algn="l">
              <a:lnSpc>
                <a:spcPct val="100000"/>
              </a:lnSpc>
              <a:spcBef>
                <a:spcPts val="0"/>
              </a:spcBef>
              <a:spcAft>
                <a:spcPts val="0"/>
              </a:spcAft>
              <a:buSzPts val="1100"/>
              <a:buChar char="■"/>
              <a:defRPr sz="1100"/>
            </a:lvl9pPr>
          </a:lstStyle>
          <a:p/>
        </p:txBody>
      </p:sp>
      <p:sp>
        <p:nvSpPr>
          <p:cNvPr id="88" name="Google Shape;88;p34"/>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1pPr>
            <a:lvl2pPr indent="0" lvl="1"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2pPr>
            <a:lvl3pPr indent="0" lvl="2"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3pPr>
            <a:lvl4pPr indent="0" lvl="3"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4pPr>
            <a:lvl5pPr indent="0" lvl="4"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5pPr>
            <a:lvl6pPr indent="0" lvl="5"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6pPr>
            <a:lvl7pPr indent="0" lvl="6"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7pPr>
            <a:lvl8pPr indent="0" lvl="7"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8pPr>
            <a:lvl9pPr indent="0" lvl="8"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9pPr>
          </a:lstStyle>
          <a:p>
            <a:pPr indent="0" lvl="0" marL="0" rtl="0" algn="ctr">
              <a:spcBef>
                <a:spcPts val="0"/>
              </a:spcBef>
              <a:spcAft>
                <a:spcPts val="0"/>
              </a:spcAft>
              <a:buNone/>
            </a:pPr>
            <a:fld id="{00000000-1234-1234-1234-123412341234}" type="slidenum">
              <a:rPr lang="en-US"/>
              <a:t>‹#›</a:t>
            </a:fld>
            <a:endParaRPr/>
          </a:p>
        </p:txBody>
      </p:sp>
      <p:sp>
        <p:nvSpPr>
          <p:cNvPr id="89" name="Google Shape;89;p34"/>
          <p:cNvSpPr/>
          <p:nvPr/>
        </p:nvSpPr>
        <p:spPr>
          <a:xfrm>
            <a:off x="6081700" y="764000"/>
            <a:ext cx="3615600" cy="3615600"/>
          </a:xfrm>
          <a:prstGeom prst="ellipse">
            <a:avLst/>
          </a:prstGeom>
          <a:no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34"/>
          <p:cNvSpPr/>
          <p:nvPr/>
        </p:nvSpPr>
        <p:spPr>
          <a:xfrm>
            <a:off x="6272900" y="955200"/>
            <a:ext cx="3233100" cy="3233100"/>
          </a:xfrm>
          <a:prstGeom prst="ellipse">
            <a:avLst/>
          </a:prstGeom>
          <a:solidFill>
            <a:srgbClr val="000000">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background">
  <p:cSld name="BLANK_1">
    <p:bg>
      <p:bgPr>
        <a:solidFill>
          <a:srgbClr val="000000"/>
        </a:solidFill>
      </p:bgPr>
    </p:bg>
    <p:spTree>
      <p:nvGrpSpPr>
        <p:cNvPr id="91" name="Shape 91"/>
        <p:cNvGrpSpPr/>
        <p:nvPr/>
      </p:nvGrpSpPr>
      <p:grpSpPr>
        <a:xfrm>
          <a:off x="0" y="0"/>
          <a:ext cx="0" cy="0"/>
          <a:chOff x="0" y="0"/>
          <a:chExt cx="0" cy="0"/>
        </a:xfrm>
      </p:grpSpPr>
      <p:sp>
        <p:nvSpPr>
          <p:cNvPr id="92" name="Google Shape;92;p35"/>
          <p:cNvSpPr/>
          <p:nvPr/>
        </p:nvSpPr>
        <p:spPr>
          <a:xfrm>
            <a:off x="-704850" y="-2705100"/>
            <a:ext cx="10553700" cy="10553700"/>
          </a:xfrm>
          <a:prstGeom prst="donut">
            <a:avLst>
              <a:gd fmla="val 10467"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35"/>
          <p:cNvSpPr/>
          <p:nvPr/>
        </p:nvSpPr>
        <p:spPr>
          <a:xfrm>
            <a:off x="8556000" y="4576450"/>
            <a:ext cx="435600" cy="435600"/>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35"/>
          <p:cNvSpPr/>
          <p:nvPr/>
        </p:nvSpPr>
        <p:spPr>
          <a:xfrm>
            <a:off x="764000" y="-1236275"/>
            <a:ext cx="7616100" cy="76161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35"/>
          <p:cNvSpPr/>
          <p:nvPr/>
        </p:nvSpPr>
        <p:spPr>
          <a:xfrm>
            <a:off x="1198300" y="-801975"/>
            <a:ext cx="6747000" cy="67470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35"/>
          <p:cNvSpPr/>
          <p:nvPr/>
        </p:nvSpPr>
        <p:spPr>
          <a:xfrm>
            <a:off x="2267900" y="267625"/>
            <a:ext cx="4608300" cy="46083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35"/>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1pPr>
            <a:lvl2pPr indent="0" lvl="1"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2pPr>
            <a:lvl3pPr indent="0" lvl="2"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3pPr>
            <a:lvl4pPr indent="0" lvl="3"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4pPr>
            <a:lvl5pPr indent="0" lvl="4"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5pPr>
            <a:lvl6pPr indent="0" lvl="5"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6pPr>
            <a:lvl7pPr indent="0" lvl="6"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7pPr>
            <a:lvl8pPr indent="0" lvl="7"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8pPr>
            <a:lvl9pPr indent="0" lvl="8"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8" name="Shape 98"/>
        <p:cNvGrpSpPr/>
        <p:nvPr/>
      </p:nvGrpSpPr>
      <p:grpSpPr>
        <a:xfrm>
          <a:off x="0" y="0"/>
          <a:ext cx="0" cy="0"/>
          <a:chOff x="0" y="0"/>
          <a:chExt cx="0" cy="0"/>
        </a:xfrm>
      </p:grpSpPr>
      <p:grpSp>
        <p:nvGrpSpPr>
          <p:cNvPr id="99" name="Google Shape;99;p36"/>
          <p:cNvGrpSpPr/>
          <p:nvPr/>
        </p:nvGrpSpPr>
        <p:grpSpPr>
          <a:xfrm>
            <a:off x="-442731" y="337284"/>
            <a:ext cx="2324700" cy="2324700"/>
            <a:chOff x="-474900" y="321200"/>
            <a:chExt cx="2324700" cy="2324700"/>
          </a:xfrm>
        </p:grpSpPr>
        <p:sp>
          <p:nvSpPr>
            <p:cNvPr id="100" name="Google Shape;100;p36"/>
            <p:cNvSpPr/>
            <p:nvPr/>
          </p:nvSpPr>
          <p:spPr>
            <a:xfrm>
              <a:off x="-474900" y="321200"/>
              <a:ext cx="2324700" cy="2324700"/>
            </a:xfrm>
            <a:prstGeom prst="ellipse">
              <a:avLst/>
            </a:prstGeom>
            <a:no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36"/>
            <p:cNvSpPr/>
            <p:nvPr/>
          </p:nvSpPr>
          <p:spPr>
            <a:xfrm>
              <a:off x="120725" y="916825"/>
              <a:ext cx="1133400" cy="1133400"/>
            </a:xfrm>
            <a:prstGeom prst="ellipse">
              <a:avLst/>
            </a:prstGeom>
            <a:no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36"/>
            <p:cNvSpPr/>
            <p:nvPr/>
          </p:nvSpPr>
          <p:spPr>
            <a:xfrm>
              <a:off x="-137125" y="658975"/>
              <a:ext cx="1649100" cy="1649100"/>
            </a:xfrm>
            <a:prstGeom prst="ellipse">
              <a:avLst/>
            </a:prstGeom>
            <a:no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36"/>
            <p:cNvSpPr/>
            <p:nvPr/>
          </p:nvSpPr>
          <p:spPr>
            <a:xfrm>
              <a:off x="313650" y="1109750"/>
              <a:ext cx="747600" cy="747600"/>
            </a:xfrm>
            <a:prstGeom prst="ellipse">
              <a:avLst/>
            </a:prstGeom>
            <a:no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4" name="Google Shape;104;p36"/>
          <p:cNvSpPr/>
          <p:nvPr/>
        </p:nvSpPr>
        <p:spPr>
          <a:xfrm>
            <a:off x="8556000" y="4576450"/>
            <a:ext cx="435600" cy="435600"/>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36"/>
          <p:cNvSpPr txBox="1"/>
          <p:nvPr>
            <p:ph type="title"/>
          </p:nvPr>
        </p:nvSpPr>
        <p:spPr>
          <a:xfrm>
            <a:off x="457200" y="1166125"/>
            <a:ext cx="5220300" cy="683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106" name="Google Shape;106;p36"/>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1pPr>
            <a:lvl2pPr indent="0" lvl="1"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2pPr>
            <a:lvl3pPr indent="0" lvl="2"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3pPr>
            <a:lvl4pPr indent="0" lvl="3"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4pPr>
            <a:lvl5pPr indent="0" lvl="4"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5pPr>
            <a:lvl6pPr indent="0" lvl="5"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6pPr>
            <a:lvl7pPr indent="0" lvl="6"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7pPr>
            <a:lvl8pPr indent="0" lvl="7"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8pPr>
            <a:lvl9pPr indent="0" lvl="8" marL="0" marR="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lt1"/>
        </a:solidFill>
      </p:bgPr>
    </p:bg>
    <p:spTree>
      <p:nvGrpSpPr>
        <p:cNvPr id="5" name="Shape 5"/>
        <p:cNvGrpSpPr/>
        <p:nvPr/>
      </p:nvGrpSpPr>
      <p:grpSpPr>
        <a:xfrm>
          <a:off x="0" y="0"/>
          <a:ext cx="0" cy="0"/>
          <a:chOff x="0" y="0"/>
          <a:chExt cx="0" cy="0"/>
        </a:xfrm>
      </p:grpSpPr>
      <p:sp>
        <p:nvSpPr>
          <p:cNvPr id="6" name="Google Shape;6;p27"/>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lvl1pPr indent="0" lvl="0" marL="0" marR="0" rtl="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1pPr>
            <a:lvl2pPr indent="0" lvl="1" marL="0" marR="0" rtl="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2pPr>
            <a:lvl3pPr indent="0" lvl="2" marL="0" marR="0" rtl="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3pPr>
            <a:lvl4pPr indent="0" lvl="3" marL="0" marR="0" rtl="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4pPr>
            <a:lvl5pPr indent="0" lvl="4" marL="0" marR="0" rtl="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5pPr>
            <a:lvl6pPr indent="0" lvl="5" marL="0" marR="0" rtl="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6pPr>
            <a:lvl7pPr indent="0" lvl="6" marL="0" marR="0" rtl="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7pPr>
            <a:lvl8pPr indent="0" lvl="7" marL="0" marR="0" rtl="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8pPr>
            <a:lvl9pPr indent="0" lvl="8" marL="0" marR="0" rtl="0" algn="ctr">
              <a:lnSpc>
                <a:spcPct val="100000"/>
              </a:lnSpc>
              <a:spcBef>
                <a:spcPts val="0"/>
              </a:spcBef>
              <a:spcAft>
                <a:spcPts val="0"/>
              </a:spcAft>
              <a:buClr>
                <a:srgbClr val="000000"/>
              </a:buClr>
              <a:buSzPts val="1000"/>
              <a:buFont typeface="Arial"/>
              <a:buNone/>
              <a:defRPr b="1" i="0" sz="1000" u="none" cap="none" strike="noStrike">
                <a:solidFill>
                  <a:srgbClr val="FFFFFF"/>
                </a:solidFill>
                <a:latin typeface="Poppins"/>
                <a:ea typeface="Poppins"/>
                <a:cs typeface="Poppins"/>
                <a:sym typeface="Poppins"/>
              </a:defRPr>
            </a:lvl9pPr>
          </a:lstStyle>
          <a:p>
            <a:pPr indent="0" lvl="0" marL="0" rtl="0" algn="ctr">
              <a:spcBef>
                <a:spcPts val="0"/>
              </a:spcBef>
              <a:spcAft>
                <a:spcPts val="0"/>
              </a:spcAft>
              <a:buNone/>
            </a:pPr>
            <a:fld id="{00000000-1234-1234-1234-123412341234}" type="slidenum">
              <a:rPr lang="en-US"/>
              <a:t>‹#›</a:t>
            </a:fld>
            <a:endParaRPr/>
          </a:p>
        </p:txBody>
      </p:sp>
      <p:sp>
        <p:nvSpPr>
          <p:cNvPr id="7" name="Google Shape;7;p27"/>
          <p:cNvSpPr txBox="1"/>
          <p:nvPr>
            <p:ph type="title"/>
          </p:nvPr>
        </p:nvSpPr>
        <p:spPr>
          <a:xfrm>
            <a:off x="457200" y="1166125"/>
            <a:ext cx="5220300" cy="6831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dk1"/>
              </a:buClr>
              <a:buSzPts val="3600"/>
              <a:buFont typeface="Poppins"/>
              <a:buNone/>
              <a:defRPr b="1" i="0" sz="36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chemeClr val="dk1"/>
              </a:buClr>
              <a:buSzPts val="3600"/>
              <a:buFont typeface="Poppins"/>
              <a:buNone/>
              <a:defRPr b="1" i="0" sz="3600" u="none" cap="none" strike="noStrike">
                <a:solidFill>
                  <a:schemeClr val="dk1"/>
                </a:solidFill>
                <a:latin typeface="Poppins"/>
                <a:ea typeface="Poppins"/>
                <a:cs typeface="Poppins"/>
                <a:sym typeface="Poppins"/>
              </a:defRPr>
            </a:lvl2pPr>
            <a:lvl3pPr lvl="2" marR="0" rtl="0" algn="l">
              <a:lnSpc>
                <a:spcPct val="100000"/>
              </a:lnSpc>
              <a:spcBef>
                <a:spcPts val="0"/>
              </a:spcBef>
              <a:spcAft>
                <a:spcPts val="0"/>
              </a:spcAft>
              <a:buClr>
                <a:schemeClr val="dk1"/>
              </a:buClr>
              <a:buSzPts val="3600"/>
              <a:buFont typeface="Poppins"/>
              <a:buNone/>
              <a:defRPr b="1" i="0" sz="3600" u="none" cap="none" strike="noStrike">
                <a:solidFill>
                  <a:schemeClr val="dk1"/>
                </a:solidFill>
                <a:latin typeface="Poppins"/>
                <a:ea typeface="Poppins"/>
                <a:cs typeface="Poppins"/>
                <a:sym typeface="Poppins"/>
              </a:defRPr>
            </a:lvl3pPr>
            <a:lvl4pPr lvl="3" marR="0" rtl="0" algn="l">
              <a:lnSpc>
                <a:spcPct val="100000"/>
              </a:lnSpc>
              <a:spcBef>
                <a:spcPts val="0"/>
              </a:spcBef>
              <a:spcAft>
                <a:spcPts val="0"/>
              </a:spcAft>
              <a:buClr>
                <a:schemeClr val="dk1"/>
              </a:buClr>
              <a:buSzPts val="3600"/>
              <a:buFont typeface="Poppins"/>
              <a:buNone/>
              <a:defRPr b="1" i="0" sz="3600" u="none" cap="none" strike="noStrike">
                <a:solidFill>
                  <a:schemeClr val="dk1"/>
                </a:solidFill>
                <a:latin typeface="Poppins"/>
                <a:ea typeface="Poppins"/>
                <a:cs typeface="Poppins"/>
                <a:sym typeface="Poppins"/>
              </a:defRPr>
            </a:lvl4pPr>
            <a:lvl5pPr lvl="4" marR="0" rtl="0" algn="l">
              <a:lnSpc>
                <a:spcPct val="100000"/>
              </a:lnSpc>
              <a:spcBef>
                <a:spcPts val="0"/>
              </a:spcBef>
              <a:spcAft>
                <a:spcPts val="0"/>
              </a:spcAft>
              <a:buClr>
                <a:schemeClr val="dk1"/>
              </a:buClr>
              <a:buSzPts val="3600"/>
              <a:buFont typeface="Poppins"/>
              <a:buNone/>
              <a:defRPr b="1" i="0" sz="3600" u="none" cap="none" strike="noStrike">
                <a:solidFill>
                  <a:schemeClr val="dk1"/>
                </a:solidFill>
                <a:latin typeface="Poppins"/>
                <a:ea typeface="Poppins"/>
                <a:cs typeface="Poppins"/>
                <a:sym typeface="Poppins"/>
              </a:defRPr>
            </a:lvl5pPr>
            <a:lvl6pPr lvl="5" marR="0" rtl="0" algn="l">
              <a:lnSpc>
                <a:spcPct val="100000"/>
              </a:lnSpc>
              <a:spcBef>
                <a:spcPts val="0"/>
              </a:spcBef>
              <a:spcAft>
                <a:spcPts val="0"/>
              </a:spcAft>
              <a:buClr>
                <a:schemeClr val="dk1"/>
              </a:buClr>
              <a:buSzPts val="3600"/>
              <a:buFont typeface="Poppins"/>
              <a:buNone/>
              <a:defRPr b="1" i="0" sz="3600" u="none" cap="none" strike="noStrike">
                <a:solidFill>
                  <a:schemeClr val="dk1"/>
                </a:solidFill>
                <a:latin typeface="Poppins"/>
                <a:ea typeface="Poppins"/>
                <a:cs typeface="Poppins"/>
                <a:sym typeface="Poppins"/>
              </a:defRPr>
            </a:lvl6pPr>
            <a:lvl7pPr lvl="6" marR="0" rtl="0" algn="l">
              <a:lnSpc>
                <a:spcPct val="100000"/>
              </a:lnSpc>
              <a:spcBef>
                <a:spcPts val="0"/>
              </a:spcBef>
              <a:spcAft>
                <a:spcPts val="0"/>
              </a:spcAft>
              <a:buClr>
                <a:schemeClr val="dk1"/>
              </a:buClr>
              <a:buSzPts val="3600"/>
              <a:buFont typeface="Poppins"/>
              <a:buNone/>
              <a:defRPr b="1" i="0" sz="3600" u="none" cap="none" strike="noStrike">
                <a:solidFill>
                  <a:schemeClr val="dk1"/>
                </a:solidFill>
                <a:latin typeface="Poppins"/>
                <a:ea typeface="Poppins"/>
                <a:cs typeface="Poppins"/>
                <a:sym typeface="Poppins"/>
              </a:defRPr>
            </a:lvl7pPr>
            <a:lvl8pPr lvl="7" marR="0" rtl="0" algn="l">
              <a:lnSpc>
                <a:spcPct val="100000"/>
              </a:lnSpc>
              <a:spcBef>
                <a:spcPts val="0"/>
              </a:spcBef>
              <a:spcAft>
                <a:spcPts val="0"/>
              </a:spcAft>
              <a:buClr>
                <a:schemeClr val="dk1"/>
              </a:buClr>
              <a:buSzPts val="3600"/>
              <a:buFont typeface="Poppins"/>
              <a:buNone/>
              <a:defRPr b="1" i="0" sz="3600" u="none" cap="none" strike="noStrike">
                <a:solidFill>
                  <a:schemeClr val="dk1"/>
                </a:solidFill>
                <a:latin typeface="Poppins"/>
                <a:ea typeface="Poppins"/>
                <a:cs typeface="Poppins"/>
                <a:sym typeface="Poppins"/>
              </a:defRPr>
            </a:lvl8pPr>
            <a:lvl9pPr lvl="8" marR="0" rtl="0" algn="l">
              <a:lnSpc>
                <a:spcPct val="100000"/>
              </a:lnSpc>
              <a:spcBef>
                <a:spcPts val="0"/>
              </a:spcBef>
              <a:spcAft>
                <a:spcPts val="0"/>
              </a:spcAft>
              <a:buClr>
                <a:schemeClr val="dk1"/>
              </a:buClr>
              <a:buSzPts val="3600"/>
              <a:buFont typeface="Poppins"/>
              <a:buNone/>
              <a:defRPr b="1" i="0" sz="3600" u="none" cap="none" strike="noStrike">
                <a:solidFill>
                  <a:schemeClr val="dk1"/>
                </a:solidFill>
                <a:latin typeface="Poppins"/>
                <a:ea typeface="Poppins"/>
                <a:cs typeface="Poppins"/>
                <a:sym typeface="Poppins"/>
              </a:defRPr>
            </a:lvl9pPr>
          </a:lstStyle>
          <a:p/>
        </p:txBody>
      </p:sp>
      <p:sp>
        <p:nvSpPr>
          <p:cNvPr id="8" name="Google Shape;8;p27"/>
          <p:cNvSpPr txBox="1"/>
          <p:nvPr>
            <p:ph idx="1" type="body"/>
          </p:nvPr>
        </p:nvSpPr>
        <p:spPr>
          <a:xfrm>
            <a:off x="1069625" y="1958050"/>
            <a:ext cx="4608300" cy="2618400"/>
          </a:xfrm>
          <a:prstGeom prst="rect">
            <a:avLst/>
          </a:prstGeom>
          <a:noFill/>
          <a:ln>
            <a:noFill/>
          </a:ln>
        </p:spPr>
        <p:txBody>
          <a:bodyPr anchorCtr="0" anchor="t" bIns="91425" lIns="91425" spcFirstLastPara="1" rIns="91425" wrap="square" tIns="91425">
            <a:noAutofit/>
          </a:bodyPr>
          <a:lstStyle>
            <a:lvl1pPr indent="-330200" lvl="0" marL="457200" marR="0" rtl="0" algn="l">
              <a:lnSpc>
                <a:spcPct val="100000"/>
              </a:lnSpc>
              <a:spcBef>
                <a:spcPts val="600"/>
              </a:spcBef>
              <a:spcAft>
                <a:spcPts val="0"/>
              </a:spcAft>
              <a:buClr>
                <a:schemeClr val="lt2"/>
              </a:buClr>
              <a:buSzPts val="1600"/>
              <a:buFont typeface="Poppins Light"/>
              <a:buChar char="￮"/>
              <a:defRPr b="0" i="0" sz="1600" u="none" cap="none" strike="noStrike">
                <a:solidFill>
                  <a:schemeClr val="dk1"/>
                </a:solidFill>
                <a:latin typeface="Poppins Light"/>
                <a:ea typeface="Poppins Light"/>
                <a:cs typeface="Poppins Light"/>
                <a:sym typeface="Poppins Light"/>
              </a:defRPr>
            </a:lvl1pPr>
            <a:lvl2pPr indent="-330200" lvl="1" marL="914400" marR="0" rtl="0" algn="l">
              <a:lnSpc>
                <a:spcPct val="100000"/>
              </a:lnSpc>
              <a:spcBef>
                <a:spcPts val="0"/>
              </a:spcBef>
              <a:spcAft>
                <a:spcPts val="0"/>
              </a:spcAft>
              <a:buClr>
                <a:schemeClr val="lt2"/>
              </a:buClr>
              <a:buSzPts val="1600"/>
              <a:buFont typeface="Poppins Light"/>
              <a:buChar char="￮"/>
              <a:defRPr b="0" i="0" sz="1600" u="none" cap="none" strike="noStrike">
                <a:solidFill>
                  <a:schemeClr val="dk1"/>
                </a:solidFill>
                <a:latin typeface="Poppins Light"/>
                <a:ea typeface="Poppins Light"/>
                <a:cs typeface="Poppins Light"/>
                <a:sym typeface="Poppins Light"/>
              </a:defRPr>
            </a:lvl2pPr>
            <a:lvl3pPr indent="-330200" lvl="2" marL="1371600" marR="0" rtl="0" algn="l">
              <a:lnSpc>
                <a:spcPct val="100000"/>
              </a:lnSpc>
              <a:spcBef>
                <a:spcPts val="0"/>
              </a:spcBef>
              <a:spcAft>
                <a:spcPts val="0"/>
              </a:spcAft>
              <a:buClr>
                <a:schemeClr val="lt2"/>
              </a:buClr>
              <a:buSzPts val="1600"/>
              <a:buFont typeface="Poppins Light"/>
              <a:buChar char="￮"/>
              <a:defRPr b="0" i="0" sz="1600" u="none" cap="none" strike="noStrike">
                <a:solidFill>
                  <a:schemeClr val="dk1"/>
                </a:solidFill>
                <a:latin typeface="Poppins Light"/>
                <a:ea typeface="Poppins Light"/>
                <a:cs typeface="Poppins Light"/>
                <a:sym typeface="Poppins Light"/>
              </a:defRPr>
            </a:lvl3pPr>
            <a:lvl4pPr indent="-330200" lvl="3" marL="1828800" marR="0" rtl="0" algn="l">
              <a:lnSpc>
                <a:spcPct val="100000"/>
              </a:lnSpc>
              <a:spcBef>
                <a:spcPts val="0"/>
              </a:spcBef>
              <a:spcAft>
                <a:spcPts val="0"/>
              </a:spcAft>
              <a:buClr>
                <a:srgbClr val="CCCCCC"/>
              </a:buClr>
              <a:buSzPts val="1600"/>
              <a:buFont typeface="Poppins Light"/>
              <a:buChar char="●"/>
              <a:defRPr b="0" i="0" sz="1600" u="none" cap="none" strike="noStrike">
                <a:solidFill>
                  <a:schemeClr val="dk1"/>
                </a:solidFill>
                <a:latin typeface="Poppins Light"/>
                <a:ea typeface="Poppins Light"/>
                <a:cs typeface="Poppins Light"/>
                <a:sym typeface="Poppins Light"/>
              </a:defRPr>
            </a:lvl4pPr>
            <a:lvl5pPr indent="-330200" lvl="4" marL="2286000" marR="0" rtl="0" algn="l">
              <a:lnSpc>
                <a:spcPct val="100000"/>
              </a:lnSpc>
              <a:spcBef>
                <a:spcPts val="0"/>
              </a:spcBef>
              <a:spcAft>
                <a:spcPts val="0"/>
              </a:spcAft>
              <a:buClr>
                <a:srgbClr val="CCCCCC"/>
              </a:buClr>
              <a:buSzPts val="1600"/>
              <a:buFont typeface="Poppins Light"/>
              <a:buChar char="○"/>
              <a:defRPr b="0" i="0" sz="1600" u="none" cap="none" strike="noStrike">
                <a:solidFill>
                  <a:schemeClr val="dk1"/>
                </a:solidFill>
                <a:latin typeface="Poppins Light"/>
                <a:ea typeface="Poppins Light"/>
                <a:cs typeface="Poppins Light"/>
                <a:sym typeface="Poppins Light"/>
              </a:defRPr>
            </a:lvl5pPr>
            <a:lvl6pPr indent="-330200" lvl="5" marL="2743200" marR="0" rtl="0" algn="l">
              <a:lnSpc>
                <a:spcPct val="100000"/>
              </a:lnSpc>
              <a:spcBef>
                <a:spcPts val="0"/>
              </a:spcBef>
              <a:spcAft>
                <a:spcPts val="0"/>
              </a:spcAft>
              <a:buClr>
                <a:srgbClr val="CCCCCC"/>
              </a:buClr>
              <a:buSzPts val="1600"/>
              <a:buFont typeface="Poppins Light"/>
              <a:buChar char="■"/>
              <a:defRPr b="0" i="0" sz="1600" u="none" cap="none" strike="noStrike">
                <a:solidFill>
                  <a:schemeClr val="dk1"/>
                </a:solidFill>
                <a:latin typeface="Poppins Light"/>
                <a:ea typeface="Poppins Light"/>
                <a:cs typeface="Poppins Light"/>
                <a:sym typeface="Poppins Light"/>
              </a:defRPr>
            </a:lvl6pPr>
            <a:lvl7pPr indent="-330200" lvl="6" marL="3200400" marR="0" rtl="0" algn="l">
              <a:lnSpc>
                <a:spcPct val="100000"/>
              </a:lnSpc>
              <a:spcBef>
                <a:spcPts val="0"/>
              </a:spcBef>
              <a:spcAft>
                <a:spcPts val="0"/>
              </a:spcAft>
              <a:buClr>
                <a:srgbClr val="CCCCCC"/>
              </a:buClr>
              <a:buSzPts val="1600"/>
              <a:buFont typeface="Poppins Light"/>
              <a:buChar char="●"/>
              <a:defRPr b="0" i="0" sz="1600" u="none" cap="none" strike="noStrike">
                <a:solidFill>
                  <a:schemeClr val="dk1"/>
                </a:solidFill>
                <a:latin typeface="Poppins Light"/>
                <a:ea typeface="Poppins Light"/>
                <a:cs typeface="Poppins Light"/>
                <a:sym typeface="Poppins Light"/>
              </a:defRPr>
            </a:lvl7pPr>
            <a:lvl8pPr indent="-330200" lvl="7" marL="3657600" marR="0" rtl="0" algn="l">
              <a:lnSpc>
                <a:spcPct val="100000"/>
              </a:lnSpc>
              <a:spcBef>
                <a:spcPts val="0"/>
              </a:spcBef>
              <a:spcAft>
                <a:spcPts val="0"/>
              </a:spcAft>
              <a:buClr>
                <a:srgbClr val="CCCCCC"/>
              </a:buClr>
              <a:buSzPts val="1600"/>
              <a:buFont typeface="Poppins Light"/>
              <a:buChar char="○"/>
              <a:defRPr b="0" i="0" sz="1600" u="none" cap="none" strike="noStrike">
                <a:solidFill>
                  <a:schemeClr val="dk1"/>
                </a:solidFill>
                <a:latin typeface="Poppins Light"/>
                <a:ea typeface="Poppins Light"/>
                <a:cs typeface="Poppins Light"/>
                <a:sym typeface="Poppins Light"/>
              </a:defRPr>
            </a:lvl8pPr>
            <a:lvl9pPr indent="-330200" lvl="8" marL="4114800" marR="0" rtl="0" algn="l">
              <a:lnSpc>
                <a:spcPct val="100000"/>
              </a:lnSpc>
              <a:spcBef>
                <a:spcPts val="0"/>
              </a:spcBef>
              <a:spcAft>
                <a:spcPts val="0"/>
              </a:spcAft>
              <a:buClr>
                <a:srgbClr val="CCCCCC"/>
              </a:buClr>
              <a:buSzPts val="1600"/>
              <a:buFont typeface="Poppins Light"/>
              <a:buChar char="■"/>
              <a:defRPr b="0" i="0" sz="1600" u="none" cap="none" strike="noStrike">
                <a:solidFill>
                  <a:schemeClr val="dk1"/>
                </a:solidFill>
                <a:latin typeface="Poppins Light"/>
                <a:ea typeface="Poppins Light"/>
                <a:cs typeface="Poppins Light"/>
                <a:sym typeface="Poppins Light"/>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22.jpg"/><Relationship Id="rId5" Type="http://schemas.openxmlformats.org/officeDocument/2006/relationships/image" Target="../media/image10.jpg"/><Relationship Id="rId6"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9.jp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24.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7.png"/><Relationship Id="rId5"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21.jpg"/><Relationship Id="rId4" Type="http://schemas.openxmlformats.org/officeDocument/2006/relationships/image" Target="../media/image1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3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37.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3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 Id="rId3" Type="http://schemas.openxmlformats.org/officeDocument/2006/relationships/image" Target="../media/image2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 Id="rId3"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7.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 Id="rId3" Type="http://schemas.openxmlformats.org/officeDocument/2006/relationships/image" Target="../media/image33.jpg"/><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40.png"/><Relationship Id="rId4" Type="http://schemas.openxmlformats.org/officeDocument/2006/relationships/image" Target="../media/image38.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36.jpg"/><Relationship Id="rId4" Type="http://schemas.openxmlformats.org/officeDocument/2006/relationships/image" Target="../media/image3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
          <p:cNvSpPr txBox="1"/>
          <p:nvPr>
            <p:ph type="ctrTitle"/>
          </p:nvPr>
        </p:nvSpPr>
        <p:spPr>
          <a:xfrm>
            <a:off x="824175" y="1991850"/>
            <a:ext cx="7650300" cy="1159800"/>
          </a:xfrm>
          <a:prstGeom prst="rect">
            <a:avLst/>
          </a:prstGeom>
          <a:noFill/>
          <a:ln>
            <a:noFill/>
          </a:ln>
          <a:effectLst>
            <a:outerShdw blurRad="85725" rotWithShape="0" algn="bl" dir="5400000" dist="19050">
              <a:srgbClr val="000000">
                <a:alpha val="9411"/>
              </a:srgbClr>
            </a:outerShdw>
          </a:effectLst>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rPr lang="en-US">
                <a:solidFill>
                  <a:srgbClr val="00FFFF"/>
                </a:solidFill>
                <a:highlight>
                  <a:srgbClr val="000000"/>
                </a:highlight>
              </a:rPr>
              <a:t>COMMON APP ACTIVITIES</a:t>
            </a:r>
            <a:endParaRPr>
              <a:solidFill>
                <a:srgbClr val="00FFFF"/>
              </a:solidFill>
              <a:highlight>
                <a:srgbClr val="000000"/>
              </a:highlight>
            </a:endParaRPr>
          </a:p>
          <a:p>
            <a:pPr indent="0" lvl="0" marL="0" rtl="0" algn="ctr">
              <a:lnSpc>
                <a:spcPct val="100000"/>
              </a:lnSpc>
              <a:spcBef>
                <a:spcPts val="0"/>
              </a:spcBef>
              <a:spcAft>
                <a:spcPts val="0"/>
              </a:spcAft>
              <a:buSzPts val="5200"/>
              <a:buNone/>
            </a:pPr>
            <a:r>
              <a:rPr lang="en-US">
                <a:solidFill>
                  <a:srgbClr val="00FFFF"/>
                </a:solidFill>
                <a:highlight>
                  <a:srgbClr val="000000"/>
                </a:highlight>
              </a:rPr>
              <a:t>SECTION</a:t>
            </a:r>
            <a:endParaRPr>
              <a:solidFill>
                <a:srgbClr val="00FFFF"/>
              </a:solidFill>
              <a:highlight>
                <a:srgbClr val="000000"/>
              </a:highlight>
            </a:endParaRPr>
          </a:p>
        </p:txBody>
      </p:sp>
      <p:grpSp>
        <p:nvGrpSpPr>
          <p:cNvPr id="112" name="Google Shape;112;p1"/>
          <p:cNvGrpSpPr/>
          <p:nvPr/>
        </p:nvGrpSpPr>
        <p:grpSpPr>
          <a:xfrm>
            <a:off x="1311079" y="985525"/>
            <a:ext cx="832106" cy="832102"/>
            <a:chOff x="1923675" y="1633650"/>
            <a:chExt cx="436000" cy="435975"/>
          </a:xfrm>
        </p:grpSpPr>
        <p:sp>
          <p:nvSpPr>
            <p:cNvPr id="113" name="Google Shape;113;p1"/>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1"/>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1"/>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
          <p:cNvSpPr txBox="1"/>
          <p:nvPr>
            <p:ph type="ctrTitle"/>
          </p:nvPr>
        </p:nvSpPr>
        <p:spPr>
          <a:xfrm>
            <a:off x="2569800" y="1878132"/>
            <a:ext cx="4004400" cy="956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US" sz="3000"/>
              <a:t>WHAT ARE EXTRACURRICULAR ACTIVITIES?</a:t>
            </a:r>
            <a:endParaRPr sz="3000"/>
          </a:p>
        </p:txBody>
      </p:sp>
      <p:sp>
        <p:nvSpPr>
          <p:cNvPr id="124" name="Google Shape;124;p2"/>
          <p:cNvSpPr txBox="1"/>
          <p:nvPr/>
        </p:nvSpPr>
        <p:spPr>
          <a:xfrm>
            <a:off x="1030925" y="710500"/>
            <a:ext cx="1392600" cy="1390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US" sz="6000" u="none" cap="none" strike="noStrike">
                <a:solidFill>
                  <a:srgbClr val="FFFFFF"/>
                </a:solidFill>
                <a:latin typeface="Poppins"/>
                <a:ea typeface="Poppins"/>
                <a:cs typeface="Poppins"/>
                <a:sym typeface="Poppins"/>
              </a:rPr>
              <a:t>1</a:t>
            </a:r>
            <a:endParaRPr b="0" i="0" sz="6000" u="none" cap="none" strike="noStrike">
              <a:solidFill>
                <a:srgbClr val="FFFFFF"/>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3"/>
          <p:cNvSpPr txBox="1"/>
          <p:nvPr>
            <p:ph idx="1" type="body"/>
          </p:nvPr>
        </p:nvSpPr>
        <p:spPr>
          <a:xfrm>
            <a:off x="2314591" y="1731650"/>
            <a:ext cx="4777200" cy="3265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600"/>
              </a:spcBef>
              <a:spcAft>
                <a:spcPts val="0"/>
              </a:spcAft>
              <a:buSzPts val="2600"/>
              <a:buNone/>
            </a:pPr>
            <a:r>
              <a:rPr b="0" i="0" lang="en-US" sz="1600">
                <a:latin typeface="Raleway"/>
                <a:ea typeface="Raleway"/>
                <a:cs typeface="Raleway"/>
                <a:sym typeface="Raleway"/>
              </a:rPr>
              <a:t>The Common App activities section is an opportunity to demonstrate to colleges your </a:t>
            </a:r>
            <a:r>
              <a:rPr i="0" lang="en-US" sz="1600">
                <a:latin typeface="Raleway"/>
                <a:ea typeface="Raleway"/>
                <a:cs typeface="Raleway"/>
                <a:sym typeface="Raleway"/>
              </a:rPr>
              <a:t>talents</a:t>
            </a:r>
            <a:r>
              <a:rPr b="0" i="0" lang="en-US" sz="1600">
                <a:latin typeface="Raleway"/>
                <a:ea typeface="Raleway"/>
                <a:cs typeface="Raleway"/>
                <a:sym typeface="Raleway"/>
              </a:rPr>
              <a:t>, </a:t>
            </a:r>
            <a:r>
              <a:rPr i="0" lang="en-US" sz="1600">
                <a:latin typeface="Raleway"/>
                <a:ea typeface="Raleway"/>
                <a:cs typeface="Raleway"/>
                <a:sym typeface="Raleway"/>
              </a:rPr>
              <a:t>skills</a:t>
            </a:r>
            <a:r>
              <a:rPr b="0" i="0" lang="en-US" sz="1600">
                <a:latin typeface="Raleway"/>
                <a:ea typeface="Raleway"/>
                <a:cs typeface="Raleway"/>
                <a:sym typeface="Raleway"/>
              </a:rPr>
              <a:t>, and specific </a:t>
            </a:r>
            <a:r>
              <a:rPr i="0" lang="en-US" sz="1600">
                <a:latin typeface="Raleway"/>
                <a:ea typeface="Raleway"/>
                <a:cs typeface="Raleway"/>
                <a:sym typeface="Raleway"/>
              </a:rPr>
              <a:t>extracurricular </a:t>
            </a:r>
            <a:r>
              <a:rPr lang="en-US" sz="1600">
                <a:latin typeface="Raleway"/>
                <a:ea typeface="Raleway"/>
                <a:cs typeface="Raleway"/>
                <a:sym typeface="Raleway"/>
              </a:rPr>
              <a:t>involvements</a:t>
            </a:r>
            <a:r>
              <a:rPr b="0" i="0" lang="en-US" sz="1600">
                <a:latin typeface="Raleway"/>
                <a:ea typeface="Raleway"/>
                <a:cs typeface="Raleway"/>
                <a:sym typeface="Raleway"/>
              </a:rPr>
              <a:t> over the last few years. </a:t>
            </a:r>
            <a:endParaRPr b="0" sz="1600">
              <a:latin typeface="Raleway"/>
              <a:ea typeface="Raleway"/>
              <a:cs typeface="Raleway"/>
              <a:sym typeface="Raleway"/>
            </a:endParaRPr>
          </a:p>
          <a:p>
            <a:pPr indent="0" lvl="0" marL="0" rtl="0" algn="l">
              <a:lnSpc>
                <a:spcPct val="100000"/>
              </a:lnSpc>
              <a:spcBef>
                <a:spcPts val="600"/>
              </a:spcBef>
              <a:spcAft>
                <a:spcPts val="0"/>
              </a:spcAft>
              <a:buSzPts val="2600"/>
              <a:buNone/>
            </a:pPr>
            <a:r>
              <a:rPr b="0" lang="en-US" sz="1600">
                <a:latin typeface="Raleway"/>
                <a:ea typeface="Raleway"/>
                <a:cs typeface="Raleway"/>
                <a:sym typeface="Raleway"/>
              </a:rPr>
              <a:t>It is an opportunity to demonstrate your </a:t>
            </a:r>
            <a:r>
              <a:rPr lang="en-US" sz="1600">
                <a:latin typeface="Raleway"/>
                <a:ea typeface="Raleway"/>
                <a:cs typeface="Raleway"/>
                <a:sym typeface="Raleway"/>
              </a:rPr>
              <a:t>dedication to your preferred career path</a:t>
            </a:r>
            <a:r>
              <a:rPr b="0" lang="en-US" sz="1600">
                <a:latin typeface="Raleway"/>
                <a:ea typeface="Raleway"/>
                <a:cs typeface="Raleway"/>
                <a:sym typeface="Raleway"/>
              </a:rPr>
              <a:t> whilst flexing about your accomplishments ;)</a:t>
            </a:r>
            <a:endParaRPr b="0" sz="1600">
              <a:latin typeface="Raleway"/>
              <a:ea typeface="Raleway"/>
              <a:cs typeface="Raleway"/>
              <a:sym typeface="Raleway"/>
            </a:endParaRPr>
          </a:p>
          <a:p>
            <a:pPr indent="0" lvl="0" marL="0" rtl="0" algn="l">
              <a:lnSpc>
                <a:spcPct val="100000"/>
              </a:lnSpc>
              <a:spcBef>
                <a:spcPts val="600"/>
              </a:spcBef>
              <a:spcAft>
                <a:spcPts val="0"/>
              </a:spcAft>
              <a:buSzPts val="2600"/>
              <a:buNone/>
            </a:pPr>
            <a:r>
              <a:rPr b="0" lang="en-US" sz="1600">
                <a:latin typeface="Raleway"/>
                <a:ea typeface="Raleway"/>
                <a:cs typeface="Raleway"/>
                <a:sym typeface="Raleway"/>
              </a:rPr>
              <a:t>You have limited space to describe each activity, so keep it </a:t>
            </a:r>
            <a:r>
              <a:rPr lang="en-US" sz="1600">
                <a:latin typeface="Raleway"/>
                <a:ea typeface="Raleway"/>
                <a:cs typeface="Raleway"/>
                <a:sym typeface="Raleway"/>
              </a:rPr>
              <a:t>concise yet descriptive</a:t>
            </a:r>
            <a:r>
              <a:rPr b="0" lang="en-US" sz="1600">
                <a:latin typeface="Raleway"/>
                <a:ea typeface="Raleway"/>
                <a:cs typeface="Raleway"/>
                <a:sym typeface="Raleway"/>
              </a:rPr>
              <a:t>.</a:t>
            </a:r>
            <a:endParaRPr b="0" sz="1600">
              <a:latin typeface="Raleway"/>
              <a:ea typeface="Raleway"/>
              <a:cs typeface="Raleway"/>
              <a:sym typeface="Raleway"/>
            </a:endParaRPr>
          </a:p>
          <a:p>
            <a:pPr indent="0" lvl="0" marL="0" rtl="0" algn="l">
              <a:lnSpc>
                <a:spcPct val="100000"/>
              </a:lnSpc>
              <a:spcBef>
                <a:spcPts val="600"/>
              </a:spcBef>
              <a:spcAft>
                <a:spcPts val="0"/>
              </a:spcAft>
              <a:buSzPts val="2600"/>
              <a:buNone/>
            </a:pPr>
            <a:r>
              <a:rPr lang="en-US" sz="6600"/>
              <a:t>                      “</a:t>
            </a:r>
            <a:endParaRPr sz="6600"/>
          </a:p>
        </p:txBody>
      </p:sp>
      <p:sp>
        <p:nvSpPr>
          <p:cNvPr id="130" name="Google Shape;130;p3"/>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US"/>
              <a:t>‹#›</a:t>
            </a:fld>
            <a:endParaRPr/>
          </a:p>
        </p:txBody>
      </p:sp>
      <p:pic>
        <p:nvPicPr>
          <p:cNvPr descr="Chavakali High School - Maragoli, Kenya - Interest | Facebook" id="131" name="Google Shape;131;p3"/>
          <p:cNvPicPr preferRelativeResize="0"/>
          <p:nvPr/>
        </p:nvPicPr>
        <p:blipFill rotWithShape="1">
          <a:blip r:embed="rId3">
            <a:alphaModFix/>
          </a:blip>
          <a:srcRect b="0" l="0" r="0" t="0"/>
          <a:stretch/>
        </p:blipFill>
        <p:spPr>
          <a:xfrm>
            <a:off x="7091791" y="1889882"/>
            <a:ext cx="1899684" cy="1876425"/>
          </a:xfrm>
          <a:prstGeom prst="ellipse">
            <a:avLst/>
          </a:prstGeom>
          <a:noFill/>
          <a:ln>
            <a:noFill/>
          </a:ln>
        </p:spPr>
      </p:pic>
      <p:pic>
        <p:nvPicPr>
          <p:cNvPr descr="The Chavakali boys high school choir perfoming 'Ategisin' a popular gospel  tune in kenya - YouTube" id="132" name="Google Shape;132;p3"/>
          <p:cNvPicPr preferRelativeResize="0"/>
          <p:nvPr/>
        </p:nvPicPr>
        <p:blipFill rotWithShape="1">
          <a:blip r:embed="rId4">
            <a:alphaModFix/>
          </a:blip>
          <a:srcRect b="0" l="0" r="0" t="0"/>
          <a:stretch/>
        </p:blipFill>
        <p:spPr>
          <a:xfrm>
            <a:off x="4728971" y="131450"/>
            <a:ext cx="1819983" cy="1600200"/>
          </a:xfrm>
          <a:prstGeom prst="smileyFace">
            <a:avLst>
              <a:gd fmla="val 4653" name="adj"/>
            </a:avLst>
          </a:prstGeom>
          <a:noFill/>
          <a:ln>
            <a:noFill/>
          </a:ln>
        </p:spPr>
      </p:pic>
      <p:pic>
        <p:nvPicPr>
          <p:cNvPr descr="What Chemistry Is and What Chemists Do" id="133" name="Google Shape;133;p3"/>
          <p:cNvPicPr preferRelativeResize="0"/>
          <p:nvPr/>
        </p:nvPicPr>
        <p:blipFill rotWithShape="1">
          <a:blip r:embed="rId5">
            <a:alphaModFix/>
          </a:blip>
          <a:srcRect b="0" l="0" r="0" t="0"/>
          <a:stretch/>
        </p:blipFill>
        <p:spPr>
          <a:xfrm>
            <a:off x="2330852" y="0"/>
            <a:ext cx="1993380" cy="1743075"/>
          </a:xfrm>
          <a:prstGeom prst="ellipse">
            <a:avLst/>
          </a:prstGeom>
          <a:noFill/>
          <a:ln>
            <a:noFill/>
          </a:ln>
        </p:spPr>
      </p:pic>
      <p:pic>
        <p:nvPicPr>
          <p:cNvPr descr="WISER Girls Impress at Nyatike Science and Engineering Fair | WISER" id="134" name="Google Shape;134;p3"/>
          <p:cNvPicPr preferRelativeResize="0"/>
          <p:nvPr/>
        </p:nvPicPr>
        <p:blipFill rotWithShape="1">
          <a:blip r:embed="rId6">
            <a:alphaModFix/>
          </a:blip>
          <a:srcRect b="0" l="0" r="0" t="0"/>
          <a:stretch/>
        </p:blipFill>
        <p:spPr>
          <a:xfrm>
            <a:off x="152525" y="2109835"/>
            <a:ext cx="1949484" cy="1847850"/>
          </a:xfrm>
          <a:prstGeom prst="ellipse">
            <a:avLst/>
          </a:prstGeom>
          <a:noFill/>
          <a:ln>
            <a:noFill/>
          </a:ln>
        </p:spPr>
      </p:pic>
    </p:spTree>
  </p:cSld>
  <p:clrMapOvr>
    <a:masterClrMapping/>
  </p:clrMapOvr>
  <mc:AlternateContent>
    <mc:Choice Requires="p14">
      <p:transition spd="slow" p14:dur="1200">
        <p:fade thruBlk="1"/>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2df34d712ac_0_71"/>
          <p:cNvSpPr txBox="1"/>
          <p:nvPr>
            <p:ph type="title"/>
          </p:nvPr>
        </p:nvSpPr>
        <p:spPr>
          <a:xfrm>
            <a:off x="316825" y="193575"/>
            <a:ext cx="5220300" cy="683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US"/>
              <a:t>10 Activities</a:t>
            </a:r>
            <a:endParaRPr/>
          </a:p>
        </p:txBody>
      </p:sp>
      <p:sp>
        <p:nvSpPr>
          <p:cNvPr id="140" name="Google Shape;140;g2df34d712ac_0_71"/>
          <p:cNvSpPr txBox="1"/>
          <p:nvPr>
            <p:ph idx="1" type="body"/>
          </p:nvPr>
        </p:nvSpPr>
        <p:spPr>
          <a:xfrm>
            <a:off x="468050" y="794975"/>
            <a:ext cx="6803100" cy="2618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600"/>
              </a:spcBef>
              <a:spcAft>
                <a:spcPts val="0"/>
              </a:spcAft>
              <a:buSzPts val="1600"/>
              <a:buNone/>
            </a:pPr>
            <a:r>
              <a:rPr b="1" lang="en-US">
                <a:latin typeface="Poppins"/>
                <a:ea typeface="Poppins"/>
                <a:cs typeface="Poppins"/>
                <a:sym typeface="Poppins"/>
              </a:rPr>
              <a:t>In each activity, you will indicate:</a:t>
            </a:r>
            <a:endParaRPr b="1">
              <a:latin typeface="Poppins"/>
              <a:ea typeface="Poppins"/>
              <a:cs typeface="Poppins"/>
              <a:sym typeface="Poppins"/>
            </a:endParaRPr>
          </a:p>
          <a:p>
            <a:pPr indent="0" lvl="0" marL="0" rtl="0" algn="l">
              <a:lnSpc>
                <a:spcPct val="100000"/>
              </a:lnSpc>
              <a:spcBef>
                <a:spcPts val="600"/>
              </a:spcBef>
              <a:spcAft>
                <a:spcPts val="0"/>
              </a:spcAft>
              <a:buSzPts val="1600"/>
              <a:buNone/>
            </a:pPr>
            <a:r>
              <a:rPr b="1" lang="en-US">
                <a:latin typeface="Poppins"/>
                <a:ea typeface="Poppins"/>
                <a:cs typeface="Poppins"/>
                <a:sym typeface="Poppins"/>
              </a:rPr>
              <a:t>-</a:t>
            </a:r>
            <a:r>
              <a:rPr b="1" lang="en-US">
                <a:solidFill>
                  <a:srgbClr val="FF9900"/>
                </a:solidFill>
                <a:latin typeface="Poppins"/>
                <a:ea typeface="Poppins"/>
                <a:cs typeface="Poppins"/>
                <a:sym typeface="Poppins"/>
              </a:rPr>
              <a:t>Activity Type</a:t>
            </a:r>
            <a:r>
              <a:rPr b="1" lang="en-US">
                <a:latin typeface="Poppins"/>
                <a:ea typeface="Poppins"/>
                <a:cs typeface="Poppins"/>
                <a:sym typeface="Poppins"/>
              </a:rPr>
              <a:t> (eg Science/Math, Religious, Art, Cultural, Dance, Debate/Speech, Internship, Community Service)</a:t>
            </a:r>
            <a:endParaRPr b="1">
              <a:latin typeface="Poppins"/>
              <a:ea typeface="Poppins"/>
              <a:cs typeface="Poppins"/>
              <a:sym typeface="Poppins"/>
            </a:endParaRPr>
          </a:p>
          <a:p>
            <a:pPr indent="0" lvl="0" marL="0" rtl="0" algn="l">
              <a:lnSpc>
                <a:spcPct val="100000"/>
              </a:lnSpc>
              <a:spcBef>
                <a:spcPts val="600"/>
              </a:spcBef>
              <a:spcAft>
                <a:spcPts val="0"/>
              </a:spcAft>
              <a:buSzPts val="1600"/>
              <a:buNone/>
            </a:pPr>
            <a:r>
              <a:rPr b="1" lang="en-US">
                <a:latin typeface="Poppins"/>
                <a:ea typeface="Poppins"/>
                <a:cs typeface="Poppins"/>
                <a:sym typeface="Poppins"/>
              </a:rPr>
              <a:t>-</a:t>
            </a:r>
            <a:r>
              <a:rPr b="1" lang="en-US">
                <a:solidFill>
                  <a:srgbClr val="FF9900"/>
                </a:solidFill>
                <a:latin typeface="Poppins"/>
                <a:ea typeface="Poppins"/>
                <a:cs typeface="Poppins"/>
                <a:sym typeface="Poppins"/>
              </a:rPr>
              <a:t>Position/Leadership Description</a:t>
            </a:r>
            <a:r>
              <a:rPr b="1" lang="en-US">
                <a:latin typeface="Poppins"/>
                <a:ea typeface="Poppins"/>
                <a:cs typeface="Poppins"/>
                <a:sym typeface="Poppins"/>
              </a:rPr>
              <a:t> (eg Chairperson/Founder/Secretary/Delegate/Member)</a:t>
            </a:r>
            <a:endParaRPr b="1">
              <a:latin typeface="Poppins"/>
              <a:ea typeface="Poppins"/>
              <a:cs typeface="Poppins"/>
              <a:sym typeface="Poppins"/>
            </a:endParaRPr>
          </a:p>
          <a:p>
            <a:pPr indent="0" lvl="0" marL="0" rtl="0" algn="l">
              <a:lnSpc>
                <a:spcPct val="100000"/>
              </a:lnSpc>
              <a:spcBef>
                <a:spcPts val="600"/>
              </a:spcBef>
              <a:spcAft>
                <a:spcPts val="0"/>
              </a:spcAft>
              <a:buSzPts val="1600"/>
              <a:buNone/>
            </a:pPr>
            <a:r>
              <a:rPr b="1" lang="en-US">
                <a:latin typeface="Poppins"/>
                <a:ea typeface="Poppins"/>
                <a:cs typeface="Poppins"/>
                <a:sym typeface="Poppins"/>
              </a:rPr>
              <a:t>- </a:t>
            </a:r>
            <a:r>
              <a:rPr b="1" lang="en-US">
                <a:solidFill>
                  <a:srgbClr val="FF9900"/>
                </a:solidFill>
                <a:latin typeface="Poppins"/>
                <a:ea typeface="Poppins"/>
                <a:cs typeface="Poppins"/>
                <a:sym typeface="Poppins"/>
              </a:rPr>
              <a:t>Organization Name</a:t>
            </a:r>
            <a:r>
              <a:rPr b="1" lang="en-US">
                <a:latin typeface="Poppins"/>
                <a:ea typeface="Poppins"/>
                <a:cs typeface="Poppins"/>
                <a:sym typeface="Poppins"/>
              </a:rPr>
              <a:t> (eg Nairobi Academy Music Club)</a:t>
            </a:r>
            <a:endParaRPr b="1">
              <a:latin typeface="Poppins"/>
              <a:ea typeface="Poppins"/>
              <a:cs typeface="Poppins"/>
              <a:sym typeface="Poppins"/>
            </a:endParaRPr>
          </a:p>
          <a:p>
            <a:pPr indent="0" lvl="0" marL="0" rtl="0" algn="l">
              <a:lnSpc>
                <a:spcPct val="100000"/>
              </a:lnSpc>
              <a:spcBef>
                <a:spcPts val="600"/>
              </a:spcBef>
              <a:spcAft>
                <a:spcPts val="0"/>
              </a:spcAft>
              <a:buSzPts val="1600"/>
              <a:buNone/>
            </a:pPr>
            <a:r>
              <a:rPr b="1" lang="en-US">
                <a:latin typeface="Poppins"/>
                <a:ea typeface="Poppins"/>
                <a:cs typeface="Poppins"/>
                <a:sym typeface="Poppins"/>
              </a:rPr>
              <a:t>-</a:t>
            </a:r>
            <a:r>
              <a:rPr b="1" lang="en-US">
                <a:solidFill>
                  <a:srgbClr val="FF9900"/>
                </a:solidFill>
                <a:latin typeface="Poppins"/>
                <a:ea typeface="Poppins"/>
                <a:cs typeface="Poppins"/>
                <a:sym typeface="Poppins"/>
              </a:rPr>
              <a:t>Description of Activity</a:t>
            </a:r>
            <a:r>
              <a:rPr b="1" lang="en-US">
                <a:latin typeface="Poppins"/>
                <a:ea typeface="Poppins"/>
                <a:cs typeface="Poppins"/>
                <a:sym typeface="Poppins"/>
              </a:rPr>
              <a:t> (150 characters), include any relevant accomplishments</a:t>
            </a:r>
            <a:endParaRPr b="1">
              <a:latin typeface="Poppins"/>
              <a:ea typeface="Poppins"/>
              <a:cs typeface="Poppins"/>
              <a:sym typeface="Poppins"/>
            </a:endParaRPr>
          </a:p>
          <a:p>
            <a:pPr indent="0" lvl="0" marL="0" rtl="0" algn="l">
              <a:lnSpc>
                <a:spcPct val="100000"/>
              </a:lnSpc>
              <a:spcBef>
                <a:spcPts val="600"/>
              </a:spcBef>
              <a:spcAft>
                <a:spcPts val="0"/>
              </a:spcAft>
              <a:buSzPts val="1600"/>
              <a:buNone/>
            </a:pPr>
            <a:r>
              <a:rPr b="1" lang="en-US">
                <a:latin typeface="Poppins"/>
                <a:ea typeface="Poppins"/>
                <a:cs typeface="Poppins"/>
                <a:sym typeface="Poppins"/>
              </a:rPr>
              <a:t>-</a:t>
            </a:r>
            <a:r>
              <a:rPr b="1" lang="en-US">
                <a:solidFill>
                  <a:srgbClr val="FF9900"/>
                </a:solidFill>
                <a:latin typeface="Poppins"/>
                <a:ea typeface="Poppins"/>
                <a:cs typeface="Poppins"/>
                <a:sym typeface="Poppins"/>
              </a:rPr>
              <a:t>Participation Grade levels</a:t>
            </a:r>
            <a:r>
              <a:rPr b="1" lang="en-US">
                <a:latin typeface="Poppins"/>
                <a:ea typeface="Poppins"/>
                <a:cs typeface="Poppins"/>
                <a:sym typeface="Poppins"/>
              </a:rPr>
              <a:t> (9th/10th/11th/12th/Post Graduate or PG)</a:t>
            </a:r>
            <a:endParaRPr b="1">
              <a:latin typeface="Poppins"/>
              <a:ea typeface="Poppins"/>
              <a:cs typeface="Poppins"/>
              <a:sym typeface="Poppins"/>
            </a:endParaRPr>
          </a:p>
          <a:p>
            <a:pPr indent="0" lvl="0" marL="0" rtl="0" algn="l">
              <a:lnSpc>
                <a:spcPct val="100000"/>
              </a:lnSpc>
              <a:spcBef>
                <a:spcPts val="600"/>
              </a:spcBef>
              <a:spcAft>
                <a:spcPts val="0"/>
              </a:spcAft>
              <a:buSzPts val="1600"/>
              <a:buNone/>
            </a:pPr>
            <a:r>
              <a:rPr b="1" lang="en-US">
                <a:latin typeface="Poppins"/>
                <a:ea typeface="Poppins"/>
                <a:cs typeface="Poppins"/>
                <a:sym typeface="Poppins"/>
              </a:rPr>
              <a:t>-</a:t>
            </a:r>
            <a:r>
              <a:rPr b="1" lang="en-US">
                <a:solidFill>
                  <a:srgbClr val="FF9900"/>
                </a:solidFill>
                <a:latin typeface="Poppins"/>
                <a:ea typeface="Poppins"/>
                <a:cs typeface="Poppins"/>
                <a:sym typeface="Poppins"/>
              </a:rPr>
              <a:t>Timing</a:t>
            </a:r>
            <a:r>
              <a:rPr b="1" lang="en-US">
                <a:latin typeface="Poppins"/>
                <a:ea typeface="Poppins"/>
                <a:cs typeface="Poppins"/>
                <a:sym typeface="Poppins"/>
              </a:rPr>
              <a:t> (During School Year/School Break/All Year)</a:t>
            </a:r>
            <a:endParaRPr b="1">
              <a:latin typeface="Poppins"/>
              <a:ea typeface="Poppins"/>
              <a:cs typeface="Poppins"/>
              <a:sym typeface="Poppins"/>
            </a:endParaRPr>
          </a:p>
          <a:p>
            <a:pPr indent="0" lvl="0" marL="0" rtl="0" algn="l">
              <a:lnSpc>
                <a:spcPct val="100000"/>
              </a:lnSpc>
              <a:spcBef>
                <a:spcPts val="600"/>
              </a:spcBef>
              <a:spcAft>
                <a:spcPts val="0"/>
              </a:spcAft>
              <a:buSzPts val="1600"/>
              <a:buNone/>
            </a:pPr>
            <a:r>
              <a:rPr b="1" lang="en-US">
                <a:latin typeface="Poppins"/>
                <a:ea typeface="Poppins"/>
                <a:cs typeface="Poppins"/>
                <a:sym typeface="Poppins"/>
              </a:rPr>
              <a:t>-</a:t>
            </a:r>
            <a:r>
              <a:rPr b="1" lang="en-US">
                <a:solidFill>
                  <a:srgbClr val="FF9900"/>
                </a:solidFill>
                <a:latin typeface="Poppins"/>
                <a:ea typeface="Poppins"/>
                <a:cs typeface="Poppins"/>
                <a:sym typeface="Poppins"/>
              </a:rPr>
              <a:t>Hours per week</a:t>
            </a:r>
            <a:r>
              <a:rPr b="1" lang="en-US">
                <a:latin typeface="Poppins"/>
                <a:ea typeface="Poppins"/>
                <a:cs typeface="Poppins"/>
                <a:sym typeface="Poppins"/>
              </a:rPr>
              <a:t> (Be realistic!!!!!!!!!)</a:t>
            </a:r>
            <a:endParaRPr b="1">
              <a:latin typeface="Poppins"/>
              <a:ea typeface="Poppins"/>
              <a:cs typeface="Poppins"/>
              <a:sym typeface="Poppins"/>
            </a:endParaRPr>
          </a:p>
          <a:p>
            <a:pPr indent="0" lvl="0" marL="0" rtl="0" algn="l">
              <a:lnSpc>
                <a:spcPct val="100000"/>
              </a:lnSpc>
              <a:spcBef>
                <a:spcPts val="600"/>
              </a:spcBef>
              <a:spcAft>
                <a:spcPts val="0"/>
              </a:spcAft>
              <a:buSzPts val="1600"/>
              <a:buNone/>
            </a:pPr>
            <a:r>
              <a:rPr b="1" lang="en-US">
                <a:latin typeface="Poppins"/>
                <a:ea typeface="Poppins"/>
                <a:cs typeface="Poppins"/>
                <a:sym typeface="Poppins"/>
              </a:rPr>
              <a:t>-</a:t>
            </a:r>
            <a:r>
              <a:rPr b="1" lang="en-US">
                <a:solidFill>
                  <a:srgbClr val="FF9900"/>
                </a:solidFill>
                <a:latin typeface="Poppins"/>
                <a:ea typeface="Poppins"/>
                <a:cs typeface="Poppins"/>
                <a:sym typeface="Poppins"/>
              </a:rPr>
              <a:t>Weeks per year </a:t>
            </a:r>
            <a:r>
              <a:rPr b="1" lang="en-US">
                <a:latin typeface="Poppins"/>
                <a:ea typeface="Poppins"/>
                <a:cs typeface="Poppins"/>
                <a:sym typeface="Poppins"/>
              </a:rPr>
              <a:t>(Be realistic!!!!!!!!!)</a:t>
            </a:r>
            <a:endParaRPr b="1">
              <a:latin typeface="Poppins"/>
              <a:ea typeface="Poppins"/>
              <a:cs typeface="Poppins"/>
              <a:sym typeface="Poppins"/>
            </a:endParaRPr>
          </a:p>
          <a:p>
            <a:pPr indent="0" lvl="0" marL="0" rtl="0" algn="l">
              <a:lnSpc>
                <a:spcPct val="100000"/>
              </a:lnSpc>
              <a:spcBef>
                <a:spcPts val="600"/>
              </a:spcBef>
              <a:spcAft>
                <a:spcPts val="0"/>
              </a:spcAft>
              <a:buSzPts val="1600"/>
              <a:buNone/>
            </a:pPr>
            <a:r>
              <a:rPr b="1" lang="en-US">
                <a:latin typeface="Poppins"/>
                <a:ea typeface="Poppins"/>
                <a:cs typeface="Poppins"/>
                <a:sym typeface="Poppins"/>
              </a:rPr>
              <a:t>- Whether you intend to</a:t>
            </a:r>
            <a:r>
              <a:rPr b="1" lang="en-US">
                <a:solidFill>
                  <a:srgbClr val="FF9900"/>
                </a:solidFill>
                <a:latin typeface="Poppins"/>
                <a:ea typeface="Poppins"/>
                <a:cs typeface="Poppins"/>
                <a:sym typeface="Poppins"/>
              </a:rPr>
              <a:t> continue</a:t>
            </a:r>
            <a:r>
              <a:rPr b="1" lang="en-US">
                <a:latin typeface="Poppins"/>
                <a:ea typeface="Poppins"/>
                <a:cs typeface="Poppins"/>
                <a:sym typeface="Poppins"/>
              </a:rPr>
              <a:t> with the activity in college</a:t>
            </a:r>
            <a:endParaRPr b="1">
              <a:latin typeface="Poppins"/>
              <a:ea typeface="Poppins"/>
              <a:cs typeface="Poppins"/>
              <a:sym typeface="Poppins"/>
            </a:endParaRPr>
          </a:p>
          <a:p>
            <a:pPr indent="0" lvl="0" marL="0" rtl="0" algn="l">
              <a:lnSpc>
                <a:spcPct val="100000"/>
              </a:lnSpc>
              <a:spcBef>
                <a:spcPts val="600"/>
              </a:spcBef>
              <a:spcAft>
                <a:spcPts val="0"/>
              </a:spcAft>
              <a:buSzPts val="1600"/>
              <a:buNone/>
            </a:pPr>
            <a:r>
              <a:t/>
            </a:r>
            <a:endParaRPr b="1">
              <a:latin typeface="Poppins"/>
              <a:ea typeface="Poppins"/>
              <a:cs typeface="Poppins"/>
              <a:sym typeface="Poppins"/>
            </a:endParaRPr>
          </a:p>
          <a:p>
            <a:pPr indent="0" lvl="0" marL="0" rtl="0" algn="l">
              <a:lnSpc>
                <a:spcPct val="100000"/>
              </a:lnSpc>
              <a:spcBef>
                <a:spcPts val="600"/>
              </a:spcBef>
              <a:spcAft>
                <a:spcPts val="0"/>
              </a:spcAft>
              <a:buSzPts val="1600"/>
              <a:buNone/>
            </a:pPr>
            <a:r>
              <a:t/>
            </a:r>
            <a:endParaRPr b="1">
              <a:latin typeface="Poppins"/>
              <a:ea typeface="Poppins"/>
              <a:cs typeface="Poppins"/>
              <a:sym typeface="Poppins"/>
            </a:endParaRPr>
          </a:p>
        </p:txBody>
      </p:sp>
      <p:sp>
        <p:nvSpPr>
          <p:cNvPr id="141" name="Google Shape;141;g2df34d712ac_0_71"/>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4"/>
          <p:cNvPicPr preferRelativeResize="0"/>
          <p:nvPr/>
        </p:nvPicPr>
        <p:blipFill rotWithShape="1">
          <a:blip r:embed="rId3">
            <a:alphaModFix/>
          </a:blip>
          <a:srcRect b="0" l="0" r="0" t="0"/>
          <a:stretch/>
        </p:blipFill>
        <p:spPr>
          <a:xfrm>
            <a:off x="6372150" y="1054450"/>
            <a:ext cx="3034500" cy="3034500"/>
          </a:xfrm>
          <a:prstGeom prst="ellipse">
            <a:avLst/>
          </a:prstGeom>
          <a:noFill/>
          <a:ln>
            <a:noFill/>
          </a:ln>
        </p:spPr>
      </p:pic>
      <p:grpSp>
        <p:nvGrpSpPr>
          <p:cNvPr id="147" name="Google Shape;147;p4"/>
          <p:cNvGrpSpPr/>
          <p:nvPr/>
        </p:nvGrpSpPr>
        <p:grpSpPr>
          <a:xfrm>
            <a:off x="5853100" y="3068600"/>
            <a:ext cx="1539600" cy="1539600"/>
            <a:chOff x="6680825" y="2549350"/>
            <a:chExt cx="1539600" cy="1539600"/>
          </a:xfrm>
        </p:grpSpPr>
        <p:sp>
          <p:nvSpPr>
            <p:cNvPr id="148" name="Google Shape;148;p4"/>
            <p:cNvSpPr/>
            <p:nvPr/>
          </p:nvSpPr>
          <p:spPr>
            <a:xfrm>
              <a:off x="6825669" y="2694194"/>
              <a:ext cx="1249800" cy="1249800"/>
            </a:xfrm>
            <a:prstGeom prst="ellipse">
              <a:avLst/>
            </a:prstGeom>
            <a:solidFill>
              <a:srgbClr val="000000">
                <a:alpha val="1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4"/>
            <p:cNvSpPr/>
            <p:nvPr/>
          </p:nvSpPr>
          <p:spPr>
            <a:xfrm>
              <a:off x="6894850" y="2763375"/>
              <a:ext cx="1111200" cy="1111200"/>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4"/>
            <p:cNvSpPr/>
            <p:nvPr/>
          </p:nvSpPr>
          <p:spPr>
            <a:xfrm>
              <a:off x="6680825" y="2549350"/>
              <a:ext cx="1539600" cy="1539600"/>
            </a:xfrm>
            <a:prstGeom prst="donut">
              <a:avLst>
                <a:gd fmla="val 675" name="adj"/>
              </a:avLst>
            </a:prstGeom>
            <a:solidFill>
              <a:srgbClr val="000000">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1" name="Google Shape;151;p4"/>
          <p:cNvSpPr txBox="1"/>
          <p:nvPr>
            <p:ph type="title"/>
          </p:nvPr>
        </p:nvSpPr>
        <p:spPr>
          <a:xfrm>
            <a:off x="457200" y="1166125"/>
            <a:ext cx="5220300" cy="683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US"/>
              <a:t>EXAMPLES?</a:t>
            </a:r>
            <a:endParaRPr/>
          </a:p>
        </p:txBody>
      </p:sp>
      <p:sp>
        <p:nvSpPr>
          <p:cNvPr id="152" name="Google Shape;152;p4"/>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US"/>
              <a:t>‹#›</a:t>
            </a:fld>
            <a:endParaRPr/>
          </a:p>
        </p:txBody>
      </p:sp>
      <p:grpSp>
        <p:nvGrpSpPr>
          <p:cNvPr id="153" name="Google Shape;153;p4"/>
          <p:cNvGrpSpPr/>
          <p:nvPr/>
        </p:nvGrpSpPr>
        <p:grpSpPr>
          <a:xfrm>
            <a:off x="6438110" y="3653462"/>
            <a:ext cx="369505" cy="369505"/>
            <a:chOff x="2594050" y="1631825"/>
            <a:chExt cx="439625" cy="439625"/>
          </a:xfrm>
        </p:grpSpPr>
        <p:sp>
          <p:nvSpPr>
            <p:cNvPr id="154" name="Google Shape;154;p4"/>
            <p:cNvSpPr/>
            <p:nvPr/>
          </p:nvSpPr>
          <p:spPr>
            <a:xfrm>
              <a:off x="2594050" y="1883300"/>
              <a:ext cx="188175" cy="188150"/>
            </a:xfrm>
            <a:custGeom>
              <a:rect b="b" l="l" r="r" t="t"/>
              <a:pathLst>
                <a:path extrusionOk="0" fill="none" h="7526" w="7527">
                  <a:moveTo>
                    <a:pt x="5992" y="0"/>
                  </a:moveTo>
                  <a:lnTo>
                    <a:pt x="537" y="6430"/>
                  </a:lnTo>
                  <a:lnTo>
                    <a:pt x="1" y="7526"/>
                  </a:lnTo>
                  <a:lnTo>
                    <a:pt x="1097" y="6990"/>
                  </a:lnTo>
                  <a:lnTo>
                    <a:pt x="7526" y="1534"/>
                  </a:lnTo>
                  <a:lnTo>
                    <a:pt x="5992" y="0"/>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4"/>
            <p:cNvSpPr/>
            <p:nvPr/>
          </p:nvSpPr>
          <p:spPr>
            <a:xfrm>
              <a:off x="2857700" y="1631825"/>
              <a:ext cx="175975" cy="176000"/>
            </a:xfrm>
            <a:custGeom>
              <a:rect b="b" l="l" r="r" t="t"/>
              <a:pathLst>
                <a:path extrusionOk="0" fill="none" h="7040" w="7039">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4"/>
            <p:cNvSpPr/>
            <p:nvPr/>
          </p:nvSpPr>
          <p:spPr>
            <a:xfrm>
              <a:off x="2662850" y="1699400"/>
              <a:ext cx="303250" cy="303250"/>
            </a:xfrm>
            <a:custGeom>
              <a:rect b="b" l="l" r="r" t="t"/>
              <a:pathLst>
                <a:path extrusionOk="0" fill="none" h="12130" w="1213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4"/>
            <p:cNvSpPr/>
            <p:nvPr/>
          </p:nvSpPr>
          <p:spPr>
            <a:xfrm>
              <a:off x="2801675" y="1740825"/>
              <a:ext cx="49950" cy="49950"/>
            </a:xfrm>
            <a:custGeom>
              <a:rect b="b" l="l" r="r" t="t"/>
              <a:pathLst>
                <a:path extrusionOk="0" fill="none" h="1998" w="1998">
                  <a:moveTo>
                    <a:pt x="1" y="1997"/>
                  </a:moveTo>
                  <a:lnTo>
                    <a:pt x="1998"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descr="Image result for quizzical image" id="158" name="Google Shape;158;p4"/>
          <p:cNvPicPr preferRelativeResize="0"/>
          <p:nvPr/>
        </p:nvPicPr>
        <p:blipFill rotWithShape="1">
          <a:blip r:embed="rId4">
            <a:alphaModFix/>
          </a:blip>
          <a:srcRect b="0" l="0" r="0" t="0"/>
          <a:stretch/>
        </p:blipFill>
        <p:spPr>
          <a:xfrm>
            <a:off x="457202" y="1980750"/>
            <a:ext cx="3159050" cy="2532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5"/>
          <p:cNvSpPr txBox="1"/>
          <p:nvPr>
            <p:ph type="title"/>
          </p:nvPr>
        </p:nvSpPr>
        <p:spPr>
          <a:xfrm>
            <a:off x="884120" y="1888650"/>
            <a:ext cx="5220300" cy="683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US" sz="1800"/>
              <a:t>MATH/SCIENCE-RELATED (A GOOD FIT  FOR APPLICANTS TO THE COLLEGE OF ARTS AND SCIENCES, FOR MAJORS SUCH AS BIOLOGY MAJOR ETC.</a:t>
            </a:r>
            <a:endParaRPr sz="1800"/>
          </a:p>
        </p:txBody>
      </p:sp>
      <p:sp>
        <p:nvSpPr>
          <p:cNvPr id="164" name="Google Shape;164;p5"/>
          <p:cNvSpPr txBox="1"/>
          <p:nvPr>
            <p:ph idx="1" type="body"/>
          </p:nvPr>
        </p:nvSpPr>
        <p:spPr>
          <a:xfrm>
            <a:off x="1069500" y="2571750"/>
            <a:ext cx="4608000" cy="26184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SzPts val="2800"/>
              <a:buNone/>
            </a:pPr>
            <a:r>
              <a:rPr lang="en-US" sz="1800">
                <a:solidFill>
                  <a:schemeClr val="dk1"/>
                </a:solidFill>
              </a:rPr>
              <a:t>Examples include clubs and activities related to:</a:t>
            </a:r>
            <a:endParaRPr/>
          </a:p>
          <a:p>
            <a:pPr indent="-457200" lvl="0" marL="457200" rtl="0" algn="l">
              <a:lnSpc>
                <a:spcPct val="120000"/>
              </a:lnSpc>
              <a:spcBef>
                <a:spcPts val="1000"/>
              </a:spcBef>
              <a:spcAft>
                <a:spcPts val="0"/>
              </a:spcAft>
              <a:buSzPts val="2800"/>
              <a:buFont typeface="Arial"/>
              <a:buChar char="•"/>
            </a:pPr>
            <a:r>
              <a:rPr lang="en-US" sz="1800">
                <a:solidFill>
                  <a:schemeClr val="dk1"/>
                </a:solidFill>
              </a:rPr>
              <a:t>Biology </a:t>
            </a:r>
            <a:endParaRPr/>
          </a:p>
          <a:p>
            <a:pPr indent="-457200" lvl="0" marL="457200" rtl="0" algn="l">
              <a:lnSpc>
                <a:spcPct val="120000"/>
              </a:lnSpc>
              <a:spcBef>
                <a:spcPts val="1000"/>
              </a:spcBef>
              <a:spcAft>
                <a:spcPts val="0"/>
              </a:spcAft>
              <a:buSzPts val="2800"/>
              <a:buFont typeface="Arial"/>
              <a:buChar char="•"/>
            </a:pPr>
            <a:r>
              <a:rPr lang="en-US" sz="1800">
                <a:solidFill>
                  <a:schemeClr val="dk1"/>
                </a:solidFill>
              </a:rPr>
              <a:t>Chemistry </a:t>
            </a:r>
            <a:endParaRPr/>
          </a:p>
          <a:p>
            <a:pPr indent="-457200" lvl="0" marL="457200" rtl="0" algn="l">
              <a:lnSpc>
                <a:spcPct val="120000"/>
              </a:lnSpc>
              <a:spcBef>
                <a:spcPts val="1000"/>
              </a:spcBef>
              <a:spcAft>
                <a:spcPts val="0"/>
              </a:spcAft>
              <a:buSzPts val="2800"/>
              <a:buFont typeface="Arial"/>
              <a:buChar char="•"/>
            </a:pPr>
            <a:r>
              <a:rPr lang="en-US" sz="1800">
                <a:solidFill>
                  <a:schemeClr val="dk1"/>
                </a:solidFill>
              </a:rPr>
              <a:t>Physics </a:t>
            </a:r>
            <a:endParaRPr/>
          </a:p>
          <a:p>
            <a:pPr indent="-228600" lvl="0" marL="457200" rtl="0" algn="l">
              <a:lnSpc>
                <a:spcPct val="100000"/>
              </a:lnSpc>
              <a:spcBef>
                <a:spcPts val="600"/>
              </a:spcBef>
              <a:spcAft>
                <a:spcPts val="0"/>
              </a:spcAft>
              <a:buSzPts val="1600"/>
              <a:buNone/>
            </a:pPr>
            <a:r>
              <a:t/>
            </a:r>
            <a:endParaRPr sz="1800">
              <a:solidFill>
                <a:schemeClr val="dk1"/>
              </a:solidFill>
            </a:endParaRPr>
          </a:p>
        </p:txBody>
      </p:sp>
      <p:sp>
        <p:nvSpPr>
          <p:cNvPr id="165" name="Google Shape;165;p5"/>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US"/>
              <a:t>‹#›</a:t>
            </a:fld>
            <a:endParaRPr/>
          </a:p>
        </p:txBody>
      </p:sp>
      <p:pic>
        <p:nvPicPr>
          <p:cNvPr descr="Quantum to Analytical: Seeing and hearing the chemistry of ..." id="166" name="Google Shape;166;p5"/>
          <p:cNvPicPr preferRelativeResize="0"/>
          <p:nvPr/>
        </p:nvPicPr>
        <p:blipFill rotWithShape="1">
          <a:blip r:embed="rId3">
            <a:alphaModFix/>
          </a:blip>
          <a:srcRect b="0" l="13916" r="13916" t="0"/>
          <a:stretch/>
        </p:blipFill>
        <p:spPr>
          <a:xfrm>
            <a:off x="6487514" y="1118950"/>
            <a:ext cx="2791200" cy="2905600"/>
          </a:xfrm>
          <a:prstGeom prst="ellipse">
            <a:avLst/>
          </a:prstGeom>
          <a:solidFill>
            <a:srgbClr val="D8D8D8"/>
          </a:solid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2df34d712ac_0_0"/>
          <p:cNvSpPr txBox="1"/>
          <p:nvPr>
            <p:ph type="title"/>
          </p:nvPr>
        </p:nvSpPr>
        <p:spPr>
          <a:xfrm>
            <a:off x="356925" y="213625"/>
            <a:ext cx="5220300" cy="683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US"/>
              <a:t>Examples (Science)</a:t>
            </a:r>
            <a:endParaRPr/>
          </a:p>
        </p:txBody>
      </p:sp>
      <p:sp>
        <p:nvSpPr>
          <p:cNvPr id="172" name="Google Shape;172;g2df34d712ac_0_0"/>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173" name="Google Shape;173;g2df34d712ac_0_0"/>
          <p:cNvPicPr preferRelativeResize="0"/>
          <p:nvPr/>
        </p:nvPicPr>
        <p:blipFill rotWithShape="1">
          <a:blip r:embed="rId3">
            <a:alphaModFix/>
          </a:blip>
          <a:srcRect b="0" l="0" r="0" t="0"/>
          <a:stretch/>
        </p:blipFill>
        <p:spPr>
          <a:xfrm>
            <a:off x="152400" y="1049125"/>
            <a:ext cx="8839201" cy="1903289"/>
          </a:xfrm>
          <a:prstGeom prst="rect">
            <a:avLst/>
          </a:prstGeom>
          <a:noFill/>
          <a:ln>
            <a:noFill/>
          </a:ln>
        </p:spPr>
      </p:pic>
      <p:pic>
        <p:nvPicPr>
          <p:cNvPr id="174" name="Google Shape;174;g2df34d712ac_0_0"/>
          <p:cNvPicPr preferRelativeResize="0"/>
          <p:nvPr/>
        </p:nvPicPr>
        <p:blipFill rotWithShape="1">
          <a:blip r:embed="rId4">
            <a:alphaModFix/>
          </a:blip>
          <a:srcRect b="0" l="0" r="0" t="0"/>
          <a:stretch/>
        </p:blipFill>
        <p:spPr>
          <a:xfrm>
            <a:off x="152400" y="2863420"/>
            <a:ext cx="8839200" cy="171303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6"/>
          <p:cNvSpPr txBox="1"/>
          <p:nvPr>
            <p:ph type="title"/>
          </p:nvPr>
        </p:nvSpPr>
        <p:spPr>
          <a:xfrm>
            <a:off x="763350" y="1888650"/>
            <a:ext cx="5220300" cy="683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US" sz="1800"/>
              <a:t>ENTREPRENEURSHIP RELATED(A GOOD FIT FOR APPLICANTS TO THE COLLEGE OF BUSINESS FOR MAJORS SUCH AS FINANCE, APPLIED ECONOMICS ETC.) </a:t>
            </a:r>
            <a:endParaRPr sz="1800"/>
          </a:p>
        </p:txBody>
      </p:sp>
      <p:sp>
        <p:nvSpPr>
          <p:cNvPr id="180" name="Google Shape;180;p6"/>
          <p:cNvSpPr txBox="1"/>
          <p:nvPr>
            <p:ph idx="1" type="body"/>
          </p:nvPr>
        </p:nvSpPr>
        <p:spPr>
          <a:xfrm>
            <a:off x="763350" y="2820691"/>
            <a:ext cx="4608000" cy="26184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SzPts val="2400"/>
              <a:buNone/>
            </a:pPr>
            <a:r>
              <a:rPr lang="en-US" sz="1800"/>
              <a:t>Examples include clubs and activities related to:</a:t>
            </a:r>
            <a:endParaRPr/>
          </a:p>
          <a:p>
            <a:pPr indent="-457200" lvl="0" marL="457200" rtl="0" algn="l">
              <a:lnSpc>
                <a:spcPct val="120000"/>
              </a:lnSpc>
              <a:spcBef>
                <a:spcPts val="1000"/>
              </a:spcBef>
              <a:spcAft>
                <a:spcPts val="0"/>
              </a:spcAft>
              <a:buSzPts val="2400"/>
              <a:buFont typeface="Arial"/>
              <a:buChar char="•"/>
            </a:pPr>
            <a:r>
              <a:rPr lang="en-US" sz="1800"/>
              <a:t>Finance </a:t>
            </a:r>
            <a:endParaRPr/>
          </a:p>
          <a:p>
            <a:pPr indent="-457200" lvl="0" marL="457200" rtl="0" algn="l">
              <a:lnSpc>
                <a:spcPct val="120000"/>
              </a:lnSpc>
              <a:spcBef>
                <a:spcPts val="1000"/>
              </a:spcBef>
              <a:spcAft>
                <a:spcPts val="0"/>
              </a:spcAft>
              <a:buSzPts val="2400"/>
              <a:buFont typeface="Arial"/>
              <a:buChar char="•"/>
            </a:pPr>
            <a:r>
              <a:rPr lang="en-US" sz="1800"/>
              <a:t>Business </a:t>
            </a:r>
            <a:endParaRPr/>
          </a:p>
          <a:p>
            <a:pPr indent="-457200" lvl="0" marL="457200" rtl="0" algn="l">
              <a:lnSpc>
                <a:spcPct val="120000"/>
              </a:lnSpc>
              <a:spcBef>
                <a:spcPts val="1000"/>
              </a:spcBef>
              <a:spcAft>
                <a:spcPts val="0"/>
              </a:spcAft>
              <a:buSzPts val="2400"/>
              <a:buFont typeface="Arial"/>
              <a:buChar char="•"/>
            </a:pPr>
            <a:r>
              <a:rPr lang="en-US" sz="1800"/>
              <a:t>Economics</a:t>
            </a:r>
            <a:endParaRPr sz="1800"/>
          </a:p>
        </p:txBody>
      </p:sp>
      <p:sp>
        <p:nvSpPr>
          <p:cNvPr id="181" name="Google Shape;181;p6"/>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US"/>
              <a:t>‹#›</a:t>
            </a:fld>
            <a:endParaRPr/>
          </a:p>
        </p:txBody>
      </p:sp>
      <p:pic>
        <p:nvPicPr>
          <p:cNvPr descr="ARLEM Award 2021 – Young local &lt;strong&gt;entrepreneurship&lt;/strong&gt; in the ..." id="182" name="Google Shape;182;p6"/>
          <p:cNvPicPr preferRelativeResize="0"/>
          <p:nvPr/>
        </p:nvPicPr>
        <p:blipFill rotWithShape="1">
          <a:blip r:embed="rId3">
            <a:alphaModFix/>
          </a:blip>
          <a:srcRect b="0" l="25944" r="25944" t="0"/>
          <a:stretch/>
        </p:blipFill>
        <p:spPr>
          <a:xfrm>
            <a:off x="6485370" y="1095652"/>
            <a:ext cx="2791200" cy="2952195"/>
          </a:xfrm>
          <a:prstGeom prst="ellipse">
            <a:avLst/>
          </a:prstGeom>
          <a:solidFill>
            <a:srgbClr val="D8D8D8"/>
          </a:solid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2df34d712ac_0_9"/>
          <p:cNvSpPr txBox="1"/>
          <p:nvPr>
            <p:ph type="title"/>
          </p:nvPr>
        </p:nvSpPr>
        <p:spPr>
          <a:xfrm>
            <a:off x="356925" y="213625"/>
            <a:ext cx="7816500" cy="683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US"/>
              <a:t>Examples (Business)</a:t>
            </a:r>
            <a:endParaRPr/>
          </a:p>
        </p:txBody>
      </p:sp>
      <p:sp>
        <p:nvSpPr>
          <p:cNvPr id="188" name="Google Shape;188;g2df34d712ac_0_9"/>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US"/>
              <a:t>‹#›</a:t>
            </a:fld>
            <a:endParaRPr/>
          </a:p>
        </p:txBody>
      </p:sp>
      <p:pic>
        <p:nvPicPr>
          <p:cNvPr id="189" name="Google Shape;189;g2df34d712ac_0_9"/>
          <p:cNvPicPr preferRelativeResize="0"/>
          <p:nvPr/>
        </p:nvPicPr>
        <p:blipFill rotWithShape="1">
          <a:blip r:embed="rId3">
            <a:alphaModFix/>
          </a:blip>
          <a:srcRect b="0" l="0" r="0" t="0"/>
          <a:stretch/>
        </p:blipFill>
        <p:spPr>
          <a:xfrm>
            <a:off x="152400" y="1049125"/>
            <a:ext cx="8839200" cy="1980592"/>
          </a:xfrm>
          <a:prstGeom prst="rect">
            <a:avLst/>
          </a:prstGeom>
          <a:noFill/>
          <a:ln>
            <a:noFill/>
          </a:ln>
        </p:spPr>
      </p:pic>
      <p:pic>
        <p:nvPicPr>
          <p:cNvPr id="190" name="Google Shape;190;g2df34d712ac_0_9"/>
          <p:cNvPicPr preferRelativeResize="0"/>
          <p:nvPr/>
        </p:nvPicPr>
        <p:blipFill rotWithShape="1">
          <a:blip r:embed="rId4">
            <a:alphaModFix/>
          </a:blip>
          <a:srcRect b="0" l="0" r="0" t="0"/>
          <a:stretch/>
        </p:blipFill>
        <p:spPr>
          <a:xfrm>
            <a:off x="226600" y="2827412"/>
            <a:ext cx="8839200" cy="174903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7"/>
          <p:cNvSpPr txBox="1"/>
          <p:nvPr>
            <p:ph type="title"/>
          </p:nvPr>
        </p:nvSpPr>
        <p:spPr>
          <a:xfrm>
            <a:off x="901497" y="1888650"/>
            <a:ext cx="5220300" cy="683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US" sz="1800"/>
              <a:t>RELATED TO ENGINEERING (A GOOD FIT FOR APPLICANTS TO THE COLLEGE OF ENGINEERING FOR A MAJOR SUCH AS ELECTRICAL ENGINEERING)</a:t>
            </a:r>
            <a:endParaRPr sz="1800"/>
          </a:p>
        </p:txBody>
      </p:sp>
      <p:sp>
        <p:nvSpPr>
          <p:cNvPr id="196" name="Google Shape;196;p7"/>
          <p:cNvSpPr txBox="1"/>
          <p:nvPr>
            <p:ph idx="1" type="body"/>
          </p:nvPr>
        </p:nvSpPr>
        <p:spPr>
          <a:xfrm>
            <a:off x="1207647" y="2986897"/>
            <a:ext cx="4608000" cy="26184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SzPts val="2400"/>
              <a:buNone/>
            </a:pPr>
            <a:r>
              <a:rPr lang="en-US" sz="1800"/>
              <a:t>Examples include clubs and activities related to:</a:t>
            </a:r>
            <a:endParaRPr/>
          </a:p>
          <a:p>
            <a:pPr indent="-342900" lvl="0" marL="342900" rtl="0" algn="l">
              <a:lnSpc>
                <a:spcPct val="120000"/>
              </a:lnSpc>
              <a:spcBef>
                <a:spcPts val="1000"/>
              </a:spcBef>
              <a:spcAft>
                <a:spcPts val="0"/>
              </a:spcAft>
              <a:buSzPts val="2000"/>
              <a:buFont typeface="Arial"/>
              <a:buChar char="•"/>
            </a:pPr>
            <a:r>
              <a:rPr lang="en-US" sz="1600"/>
              <a:t>   </a:t>
            </a:r>
            <a:r>
              <a:rPr lang="en-US" sz="1800"/>
              <a:t>Electronics</a:t>
            </a:r>
            <a:r>
              <a:rPr lang="en-US" sz="1600"/>
              <a:t> </a:t>
            </a:r>
            <a:endParaRPr/>
          </a:p>
          <a:p>
            <a:pPr indent="-342900" lvl="0" marL="342900" rtl="0" algn="l">
              <a:lnSpc>
                <a:spcPct val="120000"/>
              </a:lnSpc>
              <a:spcBef>
                <a:spcPts val="1000"/>
              </a:spcBef>
              <a:spcAft>
                <a:spcPts val="0"/>
              </a:spcAft>
              <a:buSzPts val="2000"/>
              <a:buFont typeface="Arial"/>
              <a:buChar char="•"/>
            </a:pPr>
            <a:r>
              <a:rPr lang="en-US" sz="1600"/>
              <a:t>   Robotics </a:t>
            </a:r>
            <a:endParaRPr/>
          </a:p>
          <a:p>
            <a:pPr indent="-457200" lvl="0" marL="457200" rtl="0" algn="l">
              <a:lnSpc>
                <a:spcPct val="120000"/>
              </a:lnSpc>
              <a:spcBef>
                <a:spcPts val="1000"/>
              </a:spcBef>
              <a:spcAft>
                <a:spcPts val="0"/>
              </a:spcAft>
              <a:buSzPts val="2000"/>
              <a:buFont typeface="Arial"/>
              <a:buChar char="•"/>
            </a:pPr>
            <a:r>
              <a:rPr lang="en-US" sz="1600"/>
              <a:t> Coding and Programming </a:t>
            </a:r>
            <a:endParaRPr/>
          </a:p>
          <a:p>
            <a:pPr indent="-228600" lvl="0" marL="457200" rtl="0" algn="l">
              <a:lnSpc>
                <a:spcPct val="100000"/>
              </a:lnSpc>
              <a:spcBef>
                <a:spcPts val="600"/>
              </a:spcBef>
              <a:spcAft>
                <a:spcPts val="0"/>
              </a:spcAft>
              <a:buSzPts val="1600"/>
              <a:buNone/>
            </a:pPr>
            <a:r>
              <a:t/>
            </a:r>
            <a:endParaRPr/>
          </a:p>
        </p:txBody>
      </p:sp>
      <p:sp>
        <p:nvSpPr>
          <p:cNvPr id="197" name="Google Shape;197;p7"/>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US"/>
              <a:t>‹#›</a:t>
            </a:fld>
            <a:endParaRPr/>
          </a:p>
        </p:txBody>
      </p:sp>
      <p:pic>
        <p:nvPicPr>
          <p:cNvPr descr="Electrical &lt;strong&gt;engineering&lt;/strong&gt; - Wikipedia" id="198" name="Google Shape;198;p7"/>
          <p:cNvPicPr preferRelativeResize="0"/>
          <p:nvPr/>
        </p:nvPicPr>
        <p:blipFill rotWithShape="1">
          <a:blip r:embed="rId3">
            <a:alphaModFix/>
          </a:blip>
          <a:srcRect b="0" l="27627" r="27628" t="0"/>
          <a:stretch/>
        </p:blipFill>
        <p:spPr>
          <a:xfrm>
            <a:off x="6519876" y="1161279"/>
            <a:ext cx="2791200" cy="2820941"/>
          </a:xfrm>
          <a:prstGeom prst="ellipse">
            <a:avLst/>
          </a:prstGeom>
          <a:solidFill>
            <a:srgbClr val="D8D8D8"/>
          </a:solid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2df34d712ac_0_14"/>
          <p:cNvSpPr txBox="1"/>
          <p:nvPr>
            <p:ph type="title"/>
          </p:nvPr>
        </p:nvSpPr>
        <p:spPr>
          <a:xfrm>
            <a:off x="356925" y="213625"/>
            <a:ext cx="7646100" cy="683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US"/>
              <a:t>Examples (Engineering)</a:t>
            </a:r>
            <a:endParaRPr/>
          </a:p>
        </p:txBody>
      </p:sp>
      <p:sp>
        <p:nvSpPr>
          <p:cNvPr id="204" name="Google Shape;204;g2df34d712ac_0_14"/>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US"/>
              <a:t>‹#›</a:t>
            </a:fld>
            <a:endParaRPr/>
          </a:p>
        </p:txBody>
      </p:sp>
      <p:pic>
        <p:nvPicPr>
          <p:cNvPr id="205" name="Google Shape;205;g2df34d712ac_0_14"/>
          <p:cNvPicPr preferRelativeResize="0"/>
          <p:nvPr/>
        </p:nvPicPr>
        <p:blipFill rotWithShape="1">
          <a:blip r:embed="rId3">
            <a:alphaModFix/>
          </a:blip>
          <a:srcRect b="0" l="0" r="0" t="0"/>
          <a:stretch/>
        </p:blipFill>
        <p:spPr>
          <a:xfrm>
            <a:off x="924450" y="1259375"/>
            <a:ext cx="7210325" cy="30142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8"/>
          <p:cNvSpPr txBox="1"/>
          <p:nvPr>
            <p:ph type="title"/>
          </p:nvPr>
        </p:nvSpPr>
        <p:spPr>
          <a:xfrm>
            <a:off x="819509" y="1274950"/>
            <a:ext cx="5220300" cy="683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US" sz="1800"/>
              <a:t>LANGUAGES RELATED(A GOOD FIT FOR LANGUAGE MAJORS)</a:t>
            </a:r>
            <a:endParaRPr sz="1800"/>
          </a:p>
        </p:txBody>
      </p:sp>
      <p:sp>
        <p:nvSpPr>
          <p:cNvPr id="211" name="Google Shape;211;p8"/>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US"/>
              <a:t>‹#›</a:t>
            </a:fld>
            <a:endParaRPr/>
          </a:p>
        </p:txBody>
      </p:sp>
      <p:sp>
        <p:nvSpPr>
          <p:cNvPr id="212" name="Google Shape;212;p8"/>
          <p:cNvSpPr txBox="1"/>
          <p:nvPr>
            <p:ph idx="1" type="body"/>
          </p:nvPr>
        </p:nvSpPr>
        <p:spPr>
          <a:xfrm>
            <a:off x="1000964" y="2392675"/>
            <a:ext cx="4606925" cy="2619375"/>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SzPts val="2400"/>
              <a:buNone/>
            </a:pPr>
            <a:r>
              <a:rPr lang="en-US" sz="1800"/>
              <a:t>Examples include clubs and activities related to:</a:t>
            </a:r>
            <a:endParaRPr sz="1800"/>
          </a:p>
          <a:p>
            <a:pPr indent="-457200" lvl="0" marL="457200" rtl="0" algn="l">
              <a:lnSpc>
                <a:spcPct val="120000"/>
              </a:lnSpc>
              <a:spcBef>
                <a:spcPts val="1000"/>
              </a:spcBef>
              <a:spcAft>
                <a:spcPts val="0"/>
              </a:spcAft>
              <a:buSzPts val="2400"/>
              <a:buFont typeface="Arial"/>
              <a:buChar char="•"/>
            </a:pPr>
            <a:r>
              <a:rPr lang="en-US" sz="1800"/>
              <a:t>Debate club/Model United Nations</a:t>
            </a:r>
            <a:endParaRPr sz="1800"/>
          </a:p>
          <a:p>
            <a:pPr indent="-457200" lvl="0" marL="457200" rtl="0" algn="l">
              <a:lnSpc>
                <a:spcPct val="120000"/>
              </a:lnSpc>
              <a:spcBef>
                <a:spcPts val="1000"/>
              </a:spcBef>
              <a:spcAft>
                <a:spcPts val="0"/>
              </a:spcAft>
              <a:buSzPts val="2400"/>
              <a:buFont typeface="Arial"/>
              <a:buChar char="•"/>
            </a:pPr>
            <a:r>
              <a:rPr lang="en-US" sz="1800"/>
              <a:t>Literature club</a:t>
            </a:r>
            <a:endParaRPr sz="1800"/>
          </a:p>
          <a:p>
            <a:pPr indent="-457200" lvl="0" marL="457200" rtl="0" algn="l">
              <a:lnSpc>
                <a:spcPct val="120000"/>
              </a:lnSpc>
              <a:spcBef>
                <a:spcPts val="1000"/>
              </a:spcBef>
              <a:spcAft>
                <a:spcPts val="0"/>
              </a:spcAft>
              <a:buSzPts val="2400"/>
              <a:buFont typeface="Arial"/>
              <a:buChar char="•"/>
            </a:pPr>
            <a:r>
              <a:rPr lang="en-US" sz="1800"/>
              <a:t>Writing/Journalism club</a:t>
            </a:r>
            <a:endParaRPr sz="1800"/>
          </a:p>
        </p:txBody>
      </p:sp>
      <p:pic>
        <p:nvPicPr>
          <p:cNvPr descr="Image result for languages image" id="213" name="Google Shape;213;p8"/>
          <p:cNvPicPr preferRelativeResize="0"/>
          <p:nvPr/>
        </p:nvPicPr>
        <p:blipFill rotWithShape="1">
          <a:blip r:embed="rId3">
            <a:alphaModFix/>
          </a:blip>
          <a:srcRect b="0" l="0" r="0" t="0"/>
          <a:stretch/>
        </p:blipFill>
        <p:spPr>
          <a:xfrm>
            <a:off x="6538823" y="1258775"/>
            <a:ext cx="2753020" cy="2619375"/>
          </a:xfrm>
          <a:prstGeom prst="ellipse">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2df34d712ac_0_19"/>
          <p:cNvSpPr txBox="1"/>
          <p:nvPr>
            <p:ph type="title"/>
          </p:nvPr>
        </p:nvSpPr>
        <p:spPr>
          <a:xfrm>
            <a:off x="356925" y="213625"/>
            <a:ext cx="7706400" cy="683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US"/>
              <a:t>Examples (Language)</a:t>
            </a:r>
            <a:endParaRPr/>
          </a:p>
        </p:txBody>
      </p:sp>
      <p:sp>
        <p:nvSpPr>
          <p:cNvPr id="219" name="Google Shape;219;g2df34d712ac_0_19"/>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US"/>
              <a:t>‹#›</a:t>
            </a:fld>
            <a:endParaRPr/>
          </a:p>
        </p:txBody>
      </p:sp>
      <p:pic>
        <p:nvPicPr>
          <p:cNvPr id="220" name="Google Shape;220;g2df34d712ac_0_19"/>
          <p:cNvPicPr preferRelativeResize="0"/>
          <p:nvPr/>
        </p:nvPicPr>
        <p:blipFill rotWithShape="1">
          <a:blip r:embed="rId3">
            <a:alphaModFix/>
          </a:blip>
          <a:srcRect b="0" l="0" r="0" t="0"/>
          <a:stretch/>
        </p:blipFill>
        <p:spPr>
          <a:xfrm>
            <a:off x="566425" y="3425350"/>
            <a:ext cx="7989450" cy="1331575"/>
          </a:xfrm>
          <a:prstGeom prst="rect">
            <a:avLst/>
          </a:prstGeom>
          <a:noFill/>
          <a:ln>
            <a:noFill/>
          </a:ln>
        </p:spPr>
      </p:pic>
      <p:pic>
        <p:nvPicPr>
          <p:cNvPr id="221" name="Google Shape;221;g2df34d712ac_0_19"/>
          <p:cNvPicPr preferRelativeResize="0"/>
          <p:nvPr/>
        </p:nvPicPr>
        <p:blipFill rotWithShape="1">
          <a:blip r:embed="rId4">
            <a:alphaModFix/>
          </a:blip>
          <a:srcRect b="0" l="0" r="0" t="0"/>
          <a:stretch/>
        </p:blipFill>
        <p:spPr>
          <a:xfrm>
            <a:off x="463975" y="807850"/>
            <a:ext cx="6401224" cy="1421900"/>
          </a:xfrm>
          <a:prstGeom prst="rect">
            <a:avLst/>
          </a:prstGeom>
          <a:noFill/>
          <a:ln>
            <a:noFill/>
          </a:ln>
        </p:spPr>
      </p:pic>
      <p:pic>
        <p:nvPicPr>
          <p:cNvPr id="222" name="Google Shape;222;g2df34d712ac_0_19"/>
          <p:cNvPicPr preferRelativeResize="0"/>
          <p:nvPr/>
        </p:nvPicPr>
        <p:blipFill rotWithShape="1">
          <a:blip r:embed="rId5">
            <a:alphaModFix/>
          </a:blip>
          <a:srcRect b="0" l="0" r="0" t="0"/>
          <a:stretch/>
        </p:blipFill>
        <p:spPr>
          <a:xfrm>
            <a:off x="2155522" y="1960525"/>
            <a:ext cx="6835952" cy="155211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9"/>
          <p:cNvSpPr txBox="1"/>
          <p:nvPr>
            <p:ph type="title"/>
          </p:nvPr>
        </p:nvSpPr>
        <p:spPr>
          <a:xfrm>
            <a:off x="981139" y="1158637"/>
            <a:ext cx="5220300" cy="683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US" sz="3600"/>
              <a:t>VOLUNTEER WORK</a:t>
            </a:r>
            <a:endParaRPr/>
          </a:p>
        </p:txBody>
      </p:sp>
      <p:sp>
        <p:nvSpPr>
          <p:cNvPr id="228" name="Google Shape;228;p19"/>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US"/>
              <a:t>‹#›</a:t>
            </a:fld>
            <a:endParaRPr/>
          </a:p>
        </p:txBody>
      </p:sp>
      <p:sp>
        <p:nvSpPr>
          <p:cNvPr id="229" name="Google Shape;229;p19"/>
          <p:cNvSpPr txBox="1"/>
          <p:nvPr/>
        </p:nvSpPr>
        <p:spPr>
          <a:xfrm>
            <a:off x="1124393" y="2153138"/>
            <a:ext cx="5076900" cy="2647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0"/>
              <a:buFont typeface="Arial"/>
              <a:buNone/>
            </a:pPr>
            <a:r>
              <a:rPr b="0" i="0" lang="en-US" sz="8000" u="none" cap="none" strike="noStrike">
                <a:solidFill>
                  <a:srgbClr val="4D5156"/>
                </a:solidFill>
                <a:latin typeface="Arial"/>
                <a:ea typeface="Arial"/>
                <a:cs typeface="Arial"/>
                <a:sym typeface="Arial"/>
              </a:rPr>
              <a:t>“</a:t>
            </a:r>
            <a:r>
              <a:rPr b="0" i="0" lang="en-US" sz="1400" u="none" cap="none" strike="noStrike">
                <a:solidFill>
                  <a:srgbClr val="4D5156"/>
                </a:solidFill>
                <a:latin typeface="Arial"/>
                <a:ea typeface="Arial"/>
                <a:cs typeface="Arial"/>
                <a:sym typeface="Arial"/>
              </a:rPr>
              <a:t>A voluntary act of an individual or group freely giving time and labor for </a:t>
            </a:r>
            <a:r>
              <a:rPr b="1" i="0" lang="en-US" sz="1400" u="none" cap="none" strike="noStrike">
                <a:solidFill>
                  <a:srgbClr val="4D5156"/>
                </a:solidFill>
                <a:latin typeface="Arial"/>
                <a:ea typeface="Arial"/>
                <a:cs typeface="Arial"/>
                <a:sym typeface="Arial"/>
              </a:rPr>
              <a:t>community service</a:t>
            </a:r>
            <a:endParaRPr b="1"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200"/>
              <a:buFont typeface="Arial"/>
              <a:buNone/>
            </a:pPr>
            <a:r>
              <a:rPr b="0" i="0" lang="en-US" sz="7200" u="none" cap="none" strike="noStrike">
                <a:solidFill>
                  <a:srgbClr val="4D5156"/>
                </a:solidFill>
                <a:latin typeface="Arial"/>
                <a:ea typeface="Arial"/>
                <a:cs typeface="Arial"/>
                <a:sym typeface="Arial"/>
              </a:rPr>
              <a:t>                 ”</a:t>
            </a:r>
            <a:endParaRPr b="0" i="0" sz="7200" u="none" cap="none" strike="noStrike">
              <a:solidFill>
                <a:srgbClr val="000000"/>
              </a:solidFill>
              <a:latin typeface="Arial"/>
              <a:ea typeface="Arial"/>
              <a:cs typeface="Arial"/>
              <a:sym typeface="Arial"/>
            </a:endParaRPr>
          </a:p>
        </p:txBody>
      </p:sp>
      <p:pic>
        <p:nvPicPr>
          <p:cNvPr descr="17 A Picture and A Thousand Words: Volunteering ideas | volunteer, words,  volunteer appreciation" id="230" name="Google Shape;230;p19"/>
          <p:cNvPicPr preferRelativeResize="0"/>
          <p:nvPr/>
        </p:nvPicPr>
        <p:blipFill rotWithShape="1">
          <a:blip r:embed="rId3">
            <a:alphaModFix/>
          </a:blip>
          <a:srcRect b="0" l="0" r="0" t="0"/>
          <a:stretch/>
        </p:blipFill>
        <p:spPr>
          <a:xfrm>
            <a:off x="6764634" y="1500187"/>
            <a:ext cx="2143125" cy="2143125"/>
          </a:xfrm>
          <a:prstGeom prst="ellipse">
            <a:avLst/>
          </a:prstGeom>
          <a:noFill/>
          <a:ln>
            <a:noFill/>
          </a:ln>
        </p:spPr>
      </p:pic>
      <p:pic>
        <p:nvPicPr>
          <p:cNvPr id="231" name="Google Shape;231;p19"/>
          <p:cNvPicPr preferRelativeResize="0"/>
          <p:nvPr/>
        </p:nvPicPr>
        <p:blipFill rotWithShape="1">
          <a:blip r:embed="rId4">
            <a:alphaModFix/>
          </a:blip>
          <a:srcRect b="0" l="0" r="0" t="0"/>
          <a:stretch/>
        </p:blipFill>
        <p:spPr>
          <a:xfrm>
            <a:off x="6437680" y="1068439"/>
            <a:ext cx="2706320" cy="3006619"/>
          </a:xfrm>
          <a:prstGeom prst="smileyFace">
            <a:avLst>
              <a:gd fmla="val 4653" name="adj"/>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2df34d712ac_0_43"/>
          <p:cNvSpPr txBox="1"/>
          <p:nvPr>
            <p:ph type="title"/>
          </p:nvPr>
        </p:nvSpPr>
        <p:spPr>
          <a:xfrm>
            <a:off x="582750" y="-156550"/>
            <a:ext cx="8098800" cy="17244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US" sz="3300"/>
              <a:t>Examples (Volunteering/Community Service)</a:t>
            </a:r>
            <a:endParaRPr sz="3300"/>
          </a:p>
        </p:txBody>
      </p:sp>
      <p:sp>
        <p:nvSpPr>
          <p:cNvPr id="237" name="Google Shape;237;g2df34d712ac_0_43"/>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238" name="Google Shape;238;g2df34d712ac_0_43"/>
          <p:cNvPicPr preferRelativeResize="0"/>
          <p:nvPr/>
        </p:nvPicPr>
        <p:blipFill rotWithShape="1">
          <a:blip r:embed="rId3">
            <a:alphaModFix/>
          </a:blip>
          <a:srcRect b="0" l="0" r="0" t="0"/>
          <a:stretch/>
        </p:blipFill>
        <p:spPr>
          <a:xfrm>
            <a:off x="582750" y="1469575"/>
            <a:ext cx="8098801" cy="1729580"/>
          </a:xfrm>
          <a:prstGeom prst="rect">
            <a:avLst/>
          </a:prstGeom>
          <a:noFill/>
          <a:ln>
            <a:noFill/>
          </a:ln>
        </p:spPr>
      </p:pic>
      <p:pic>
        <p:nvPicPr>
          <p:cNvPr id="239" name="Google Shape;239;g2df34d712ac_0_43"/>
          <p:cNvPicPr preferRelativeResize="0"/>
          <p:nvPr/>
        </p:nvPicPr>
        <p:blipFill rotWithShape="1">
          <a:blip r:embed="rId4">
            <a:alphaModFix/>
          </a:blip>
          <a:srcRect b="0" l="0" r="0" t="0"/>
          <a:stretch/>
        </p:blipFill>
        <p:spPr>
          <a:xfrm>
            <a:off x="621625" y="3142975"/>
            <a:ext cx="8021049" cy="1770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g2df34d712ac_0_49"/>
          <p:cNvSpPr txBox="1"/>
          <p:nvPr>
            <p:ph type="title"/>
          </p:nvPr>
        </p:nvSpPr>
        <p:spPr>
          <a:xfrm>
            <a:off x="457075" y="-216725"/>
            <a:ext cx="8098800" cy="17244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US" sz="2800"/>
              <a:t>More Examples (Volunteering/Community Service)</a:t>
            </a:r>
            <a:endParaRPr sz="2800"/>
          </a:p>
        </p:txBody>
      </p:sp>
      <p:sp>
        <p:nvSpPr>
          <p:cNvPr id="245" name="Google Shape;245;g2df34d712ac_0_49"/>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US"/>
              <a:t>‹#›</a:t>
            </a:fld>
            <a:endParaRPr/>
          </a:p>
        </p:txBody>
      </p:sp>
      <p:pic>
        <p:nvPicPr>
          <p:cNvPr id="246" name="Google Shape;246;g2df34d712ac_0_49"/>
          <p:cNvPicPr preferRelativeResize="0"/>
          <p:nvPr/>
        </p:nvPicPr>
        <p:blipFill rotWithShape="1">
          <a:blip r:embed="rId3">
            <a:alphaModFix/>
          </a:blip>
          <a:srcRect b="0" l="0" r="0" t="0"/>
          <a:stretch/>
        </p:blipFill>
        <p:spPr>
          <a:xfrm>
            <a:off x="2256775" y="1022599"/>
            <a:ext cx="6427425" cy="2396500"/>
          </a:xfrm>
          <a:prstGeom prst="rect">
            <a:avLst/>
          </a:prstGeom>
          <a:noFill/>
          <a:ln>
            <a:noFill/>
          </a:ln>
        </p:spPr>
      </p:pic>
      <p:pic>
        <p:nvPicPr>
          <p:cNvPr id="247" name="Google Shape;247;g2df34d712ac_0_49"/>
          <p:cNvPicPr preferRelativeResize="0"/>
          <p:nvPr/>
        </p:nvPicPr>
        <p:blipFill rotWithShape="1">
          <a:blip r:embed="rId4">
            <a:alphaModFix/>
          </a:blip>
          <a:srcRect b="0" l="0" r="0" t="0"/>
          <a:stretch/>
        </p:blipFill>
        <p:spPr>
          <a:xfrm>
            <a:off x="1445200" y="3546126"/>
            <a:ext cx="7238999" cy="14659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4F6F8"/>
            </a:gs>
            <a:gs pos="74000">
              <a:srgbClr val="A6B0BE"/>
            </a:gs>
            <a:gs pos="83000">
              <a:srgbClr val="A6B0BE"/>
            </a:gs>
            <a:gs pos="100000">
              <a:srgbClr val="C3C9D5"/>
            </a:gs>
          </a:gsLst>
          <a:lin ang="5400000" scaled="0"/>
        </a:gradFill>
      </p:bgPr>
    </p:bg>
    <p:spTree>
      <p:nvGrpSpPr>
        <p:cNvPr id="251" name="Shape 251"/>
        <p:cNvGrpSpPr/>
        <p:nvPr/>
      </p:nvGrpSpPr>
      <p:grpSpPr>
        <a:xfrm>
          <a:off x="0" y="0"/>
          <a:ext cx="0" cy="0"/>
          <a:chOff x="0" y="0"/>
          <a:chExt cx="0" cy="0"/>
        </a:xfrm>
      </p:grpSpPr>
      <p:sp>
        <p:nvSpPr>
          <p:cNvPr id="252" name="Google Shape;252;p9"/>
          <p:cNvSpPr txBox="1"/>
          <p:nvPr>
            <p:ph idx="4294967295" type="ctrTitle"/>
          </p:nvPr>
        </p:nvSpPr>
        <p:spPr>
          <a:xfrm>
            <a:off x="2092625" y="2954950"/>
            <a:ext cx="4958700" cy="11598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600"/>
              <a:buFont typeface="Poppins"/>
              <a:buNone/>
            </a:pPr>
            <a:r>
              <a:rPr b="1" i="0" lang="en-US" sz="2000" u="none" cap="none" strike="noStrike">
                <a:solidFill>
                  <a:schemeClr val="dk1"/>
                </a:solidFill>
                <a:latin typeface="Poppins"/>
                <a:ea typeface="Poppins"/>
                <a:cs typeface="Poppins"/>
                <a:sym typeface="Poppins"/>
              </a:rPr>
              <a:t>WHY ARE EXTRACURRICULAR ACTIVITIES IMPORTANT TO YOUR APPLICATION?</a:t>
            </a:r>
            <a:endParaRPr b="1" i="0" sz="2000" u="none" cap="none" strike="noStrike">
              <a:solidFill>
                <a:schemeClr val="dk1"/>
              </a:solidFill>
              <a:latin typeface="Poppins"/>
              <a:ea typeface="Poppins"/>
              <a:cs typeface="Poppins"/>
              <a:sym typeface="Poppins"/>
            </a:endParaRPr>
          </a:p>
        </p:txBody>
      </p:sp>
      <p:grpSp>
        <p:nvGrpSpPr>
          <p:cNvPr id="253" name="Google Shape;253;p9"/>
          <p:cNvGrpSpPr/>
          <p:nvPr/>
        </p:nvGrpSpPr>
        <p:grpSpPr>
          <a:xfrm>
            <a:off x="3952298" y="309004"/>
            <a:ext cx="1738561" cy="1738545"/>
            <a:chOff x="6643075" y="3664250"/>
            <a:chExt cx="407950" cy="407975"/>
          </a:xfrm>
        </p:grpSpPr>
        <p:sp>
          <p:nvSpPr>
            <p:cNvPr id="254" name="Google Shape;254;p9"/>
            <p:cNvSpPr/>
            <p:nvPr/>
          </p:nvSpPr>
          <p:spPr>
            <a:xfrm>
              <a:off x="6794075" y="3815250"/>
              <a:ext cx="211300" cy="211300"/>
            </a:xfrm>
            <a:custGeom>
              <a:rect b="b" l="l" r="r" t="t"/>
              <a:pathLst>
                <a:path extrusionOk="0" fill="none" h="8452" w="8452">
                  <a:moveTo>
                    <a:pt x="0" y="8135"/>
                  </a:moveTo>
                  <a:lnTo>
                    <a:pt x="0" y="8135"/>
                  </a:lnTo>
                  <a:lnTo>
                    <a:pt x="438" y="8257"/>
                  </a:lnTo>
                  <a:lnTo>
                    <a:pt x="852" y="8354"/>
                  </a:lnTo>
                  <a:lnTo>
                    <a:pt x="1291" y="8403"/>
                  </a:lnTo>
                  <a:lnTo>
                    <a:pt x="1729" y="8452"/>
                  </a:lnTo>
                  <a:lnTo>
                    <a:pt x="2168" y="8452"/>
                  </a:lnTo>
                  <a:lnTo>
                    <a:pt x="2606" y="8427"/>
                  </a:lnTo>
                  <a:lnTo>
                    <a:pt x="3020" y="8378"/>
                  </a:lnTo>
                  <a:lnTo>
                    <a:pt x="3458" y="8281"/>
                  </a:lnTo>
                  <a:lnTo>
                    <a:pt x="3872" y="8184"/>
                  </a:lnTo>
                  <a:lnTo>
                    <a:pt x="4311" y="8037"/>
                  </a:lnTo>
                  <a:lnTo>
                    <a:pt x="4701" y="7867"/>
                  </a:lnTo>
                  <a:lnTo>
                    <a:pt x="5115" y="7672"/>
                  </a:lnTo>
                  <a:lnTo>
                    <a:pt x="5504" y="7429"/>
                  </a:lnTo>
                  <a:lnTo>
                    <a:pt x="5870" y="7185"/>
                  </a:lnTo>
                  <a:lnTo>
                    <a:pt x="6235" y="6893"/>
                  </a:lnTo>
                  <a:lnTo>
                    <a:pt x="6576" y="6576"/>
                  </a:lnTo>
                  <a:lnTo>
                    <a:pt x="6576" y="6576"/>
                  </a:lnTo>
                  <a:lnTo>
                    <a:pt x="6892" y="6235"/>
                  </a:lnTo>
                  <a:lnTo>
                    <a:pt x="7185" y="5870"/>
                  </a:lnTo>
                  <a:lnTo>
                    <a:pt x="7428" y="5505"/>
                  </a:lnTo>
                  <a:lnTo>
                    <a:pt x="7672" y="5115"/>
                  </a:lnTo>
                  <a:lnTo>
                    <a:pt x="7867" y="4701"/>
                  </a:lnTo>
                  <a:lnTo>
                    <a:pt x="8037" y="4311"/>
                  </a:lnTo>
                  <a:lnTo>
                    <a:pt x="8183" y="3873"/>
                  </a:lnTo>
                  <a:lnTo>
                    <a:pt x="8281" y="3459"/>
                  </a:lnTo>
                  <a:lnTo>
                    <a:pt x="8378" y="3020"/>
                  </a:lnTo>
                  <a:lnTo>
                    <a:pt x="8427" y="2606"/>
                  </a:lnTo>
                  <a:lnTo>
                    <a:pt x="8451" y="2168"/>
                  </a:lnTo>
                  <a:lnTo>
                    <a:pt x="8451" y="1730"/>
                  </a:lnTo>
                  <a:lnTo>
                    <a:pt x="8402" y="1291"/>
                  </a:lnTo>
                  <a:lnTo>
                    <a:pt x="8354" y="853"/>
                  </a:lnTo>
                  <a:lnTo>
                    <a:pt x="8256" y="439"/>
                  </a:lnTo>
                  <a:lnTo>
                    <a:pt x="8135" y="0"/>
                  </a:lnTo>
                </a:path>
              </a:pathLst>
            </a:custGeom>
            <a:noFill/>
            <a:ln cap="rnd" cmpd="sng" w="121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9"/>
            <p:cNvSpPr/>
            <p:nvPr/>
          </p:nvSpPr>
          <p:spPr>
            <a:xfrm>
              <a:off x="6643075" y="3664250"/>
              <a:ext cx="407950" cy="407975"/>
            </a:xfrm>
            <a:custGeom>
              <a:rect b="b" l="l" r="r" t="t"/>
              <a:pathLst>
                <a:path extrusionOk="0" fill="none" h="16319" w="16318">
                  <a:moveTo>
                    <a:pt x="16074" y="244"/>
                  </a:moveTo>
                  <a:lnTo>
                    <a:pt x="16074" y="244"/>
                  </a:lnTo>
                  <a:lnTo>
                    <a:pt x="15928" y="122"/>
                  </a:lnTo>
                  <a:lnTo>
                    <a:pt x="15758" y="49"/>
                  </a:lnTo>
                  <a:lnTo>
                    <a:pt x="15538" y="0"/>
                  </a:lnTo>
                  <a:lnTo>
                    <a:pt x="15319" y="0"/>
                  </a:lnTo>
                  <a:lnTo>
                    <a:pt x="15051" y="25"/>
                  </a:lnTo>
                  <a:lnTo>
                    <a:pt x="14759" y="73"/>
                  </a:lnTo>
                  <a:lnTo>
                    <a:pt x="14442" y="171"/>
                  </a:lnTo>
                  <a:lnTo>
                    <a:pt x="14102" y="293"/>
                  </a:lnTo>
                  <a:lnTo>
                    <a:pt x="13736" y="439"/>
                  </a:lnTo>
                  <a:lnTo>
                    <a:pt x="13347" y="609"/>
                  </a:lnTo>
                  <a:lnTo>
                    <a:pt x="12957" y="828"/>
                  </a:lnTo>
                  <a:lnTo>
                    <a:pt x="12543" y="1048"/>
                  </a:lnTo>
                  <a:lnTo>
                    <a:pt x="11666" y="1608"/>
                  </a:lnTo>
                  <a:lnTo>
                    <a:pt x="10716" y="2265"/>
                  </a:lnTo>
                  <a:lnTo>
                    <a:pt x="10716" y="2265"/>
                  </a:lnTo>
                  <a:lnTo>
                    <a:pt x="10278" y="2095"/>
                  </a:lnTo>
                  <a:lnTo>
                    <a:pt x="9815" y="1949"/>
                  </a:lnTo>
                  <a:lnTo>
                    <a:pt x="9352" y="1851"/>
                  </a:lnTo>
                  <a:lnTo>
                    <a:pt x="8890" y="1778"/>
                  </a:lnTo>
                  <a:lnTo>
                    <a:pt x="8427" y="1730"/>
                  </a:lnTo>
                  <a:lnTo>
                    <a:pt x="7940" y="1730"/>
                  </a:lnTo>
                  <a:lnTo>
                    <a:pt x="7477" y="1778"/>
                  </a:lnTo>
                  <a:lnTo>
                    <a:pt x="7014" y="1827"/>
                  </a:lnTo>
                  <a:lnTo>
                    <a:pt x="6551" y="1924"/>
                  </a:lnTo>
                  <a:lnTo>
                    <a:pt x="6089" y="2070"/>
                  </a:lnTo>
                  <a:lnTo>
                    <a:pt x="5650" y="2241"/>
                  </a:lnTo>
                  <a:lnTo>
                    <a:pt x="5212" y="2436"/>
                  </a:lnTo>
                  <a:lnTo>
                    <a:pt x="4774" y="2679"/>
                  </a:lnTo>
                  <a:lnTo>
                    <a:pt x="4384" y="2972"/>
                  </a:lnTo>
                  <a:lnTo>
                    <a:pt x="3994" y="3264"/>
                  </a:lnTo>
                  <a:lnTo>
                    <a:pt x="3605" y="3605"/>
                  </a:lnTo>
                  <a:lnTo>
                    <a:pt x="3605" y="3605"/>
                  </a:lnTo>
                  <a:lnTo>
                    <a:pt x="3264" y="3995"/>
                  </a:lnTo>
                  <a:lnTo>
                    <a:pt x="2971" y="4384"/>
                  </a:lnTo>
                  <a:lnTo>
                    <a:pt x="2679" y="4774"/>
                  </a:lnTo>
                  <a:lnTo>
                    <a:pt x="2436" y="5212"/>
                  </a:lnTo>
                  <a:lnTo>
                    <a:pt x="2241" y="5651"/>
                  </a:lnTo>
                  <a:lnTo>
                    <a:pt x="2070" y="6089"/>
                  </a:lnTo>
                  <a:lnTo>
                    <a:pt x="1924" y="6552"/>
                  </a:lnTo>
                  <a:lnTo>
                    <a:pt x="1827" y="7015"/>
                  </a:lnTo>
                  <a:lnTo>
                    <a:pt x="1778" y="7477"/>
                  </a:lnTo>
                  <a:lnTo>
                    <a:pt x="1729" y="7940"/>
                  </a:lnTo>
                  <a:lnTo>
                    <a:pt x="1729" y="8427"/>
                  </a:lnTo>
                  <a:lnTo>
                    <a:pt x="1778" y="8890"/>
                  </a:lnTo>
                  <a:lnTo>
                    <a:pt x="1851" y="9353"/>
                  </a:lnTo>
                  <a:lnTo>
                    <a:pt x="1948" y="9815"/>
                  </a:lnTo>
                  <a:lnTo>
                    <a:pt x="2095" y="10278"/>
                  </a:lnTo>
                  <a:lnTo>
                    <a:pt x="2265" y="10716"/>
                  </a:lnTo>
                  <a:lnTo>
                    <a:pt x="2265" y="10716"/>
                  </a:lnTo>
                  <a:lnTo>
                    <a:pt x="1607" y="11666"/>
                  </a:lnTo>
                  <a:lnTo>
                    <a:pt x="1047" y="12543"/>
                  </a:lnTo>
                  <a:lnTo>
                    <a:pt x="828" y="12957"/>
                  </a:lnTo>
                  <a:lnTo>
                    <a:pt x="609" y="13347"/>
                  </a:lnTo>
                  <a:lnTo>
                    <a:pt x="438" y="13737"/>
                  </a:lnTo>
                  <a:lnTo>
                    <a:pt x="292" y="14102"/>
                  </a:lnTo>
                  <a:lnTo>
                    <a:pt x="170" y="14443"/>
                  </a:lnTo>
                  <a:lnTo>
                    <a:pt x="73" y="14759"/>
                  </a:lnTo>
                  <a:lnTo>
                    <a:pt x="24" y="15052"/>
                  </a:lnTo>
                  <a:lnTo>
                    <a:pt x="0" y="15320"/>
                  </a:lnTo>
                  <a:lnTo>
                    <a:pt x="0" y="15539"/>
                  </a:lnTo>
                  <a:lnTo>
                    <a:pt x="49" y="15758"/>
                  </a:lnTo>
                  <a:lnTo>
                    <a:pt x="122" y="15928"/>
                  </a:lnTo>
                  <a:lnTo>
                    <a:pt x="244" y="16075"/>
                  </a:lnTo>
                  <a:lnTo>
                    <a:pt x="244" y="16075"/>
                  </a:lnTo>
                  <a:lnTo>
                    <a:pt x="341" y="16172"/>
                  </a:lnTo>
                  <a:lnTo>
                    <a:pt x="487" y="16245"/>
                  </a:lnTo>
                  <a:lnTo>
                    <a:pt x="633" y="16294"/>
                  </a:lnTo>
                  <a:lnTo>
                    <a:pt x="804" y="16318"/>
                  </a:lnTo>
                  <a:lnTo>
                    <a:pt x="974" y="16318"/>
                  </a:lnTo>
                  <a:lnTo>
                    <a:pt x="1169" y="16318"/>
                  </a:lnTo>
                  <a:lnTo>
                    <a:pt x="1388" y="16269"/>
                  </a:lnTo>
                  <a:lnTo>
                    <a:pt x="1632" y="16221"/>
                  </a:lnTo>
                  <a:lnTo>
                    <a:pt x="2143" y="16075"/>
                  </a:lnTo>
                  <a:lnTo>
                    <a:pt x="2703" y="15831"/>
                  </a:lnTo>
                  <a:lnTo>
                    <a:pt x="3312" y="15539"/>
                  </a:lnTo>
                  <a:lnTo>
                    <a:pt x="3946" y="15149"/>
                  </a:lnTo>
                  <a:lnTo>
                    <a:pt x="4652" y="14711"/>
                  </a:lnTo>
                  <a:lnTo>
                    <a:pt x="5358" y="14224"/>
                  </a:lnTo>
                  <a:lnTo>
                    <a:pt x="6113" y="13663"/>
                  </a:lnTo>
                  <a:lnTo>
                    <a:pt x="6892" y="13055"/>
                  </a:lnTo>
                  <a:lnTo>
                    <a:pt x="7696" y="12397"/>
                  </a:lnTo>
                  <a:lnTo>
                    <a:pt x="8500" y="11691"/>
                  </a:lnTo>
                  <a:lnTo>
                    <a:pt x="9304" y="10936"/>
                  </a:lnTo>
                  <a:lnTo>
                    <a:pt x="10132" y="10132"/>
                  </a:lnTo>
                  <a:lnTo>
                    <a:pt x="10132" y="10132"/>
                  </a:lnTo>
                  <a:lnTo>
                    <a:pt x="10935" y="9304"/>
                  </a:lnTo>
                  <a:lnTo>
                    <a:pt x="11690" y="8500"/>
                  </a:lnTo>
                  <a:lnTo>
                    <a:pt x="12397" y="7696"/>
                  </a:lnTo>
                  <a:lnTo>
                    <a:pt x="13054" y="6893"/>
                  </a:lnTo>
                  <a:lnTo>
                    <a:pt x="13663" y="6113"/>
                  </a:lnTo>
                  <a:lnTo>
                    <a:pt x="14223" y="5358"/>
                  </a:lnTo>
                  <a:lnTo>
                    <a:pt x="14710" y="4652"/>
                  </a:lnTo>
                  <a:lnTo>
                    <a:pt x="15149" y="3946"/>
                  </a:lnTo>
                  <a:lnTo>
                    <a:pt x="15538" y="3313"/>
                  </a:lnTo>
                  <a:lnTo>
                    <a:pt x="15831" y="2704"/>
                  </a:lnTo>
                  <a:lnTo>
                    <a:pt x="16074" y="2144"/>
                  </a:lnTo>
                  <a:lnTo>
                    <a:pt x="16220" y="1632"/>
                  </a:lnTo>
                  <a:lnTo>
                    <a:pt x="16269" y="1389"/>
                  </a:lnTo>
                  <a:lnTo>
                    <a:pt x="16318" y="1169"/>
                  </a:lnTo>
                  <a:lnTo>
                    <a:pt x="16318" y="975"/>
                  </a:lnTo>
                  <a:lnTo>
                    <a:pt x="16318" y="804"/>
                  </a:lnTo>
                  <a:lnTo>
                    <a:pt x="16293" y="634"/>
                  </a:lnTo>
                  <a:lnTo>
                    <a:pt x="16245" y="487"/>
                  </a:lnTo>
                  <a:lnTo>
                    <a:pt x="16172" y="341"/>
                  </a:lnTo>
                  <a:lnTo>
                    <a:pt x="16074" y="244"/>
                  </a:lnTo>
                  <a:lnTo>
                    <a:pt x="16074" y="244"/>
                  </a:lnTo>
                  <a:close/>
                  <a:moveTo>
                    <a:pt x="1827" y="13810"/>
                  </a:moveTo>
                  <a:lnTo>
                    <a:pt x="1827" y="13810"/>
                  </a:lnTo>
                  <a:lnTo>
                    <a:pt x="1754" y="13737"/>
                  </a:lnTo>
                  <a:lnTo>
                    <a:pt x="1729" y="13639"/>
                  </a:lnTo>
                  <a:lnTo>
                    <a:pt x="1681" y="13542"/>
                  </a:lnTo>
                  <a:lnTo>
                    <a:pt x="1681" y="13444"/>
                  </a:lnTo>
                  <a:lnTo>
                    <a:pt x="1681" y="13176"/>
                  </a:lnTo>
                  <a:lnTo>
                    <a:pt x="1754" y="12884"/>
                  </a:lnTo>
                  <a:lnTo>
                    <a:pt x="1875" y="12519"/>
                  </a:lnTo>
                  <a:lnTo>
                    <a:pt x="2046" y="12153"/>
                  </a:lnTo>
                  <a:lnTo>
                    <a:pt x="2265" y="11715"/>
                  </a:lnTo>
                  <a:lnTo>
                    <a:pt x="2533" y="11277"/>
                  </a:lnTo>
                  <a:lnTo>
                    <a:pt x="2533" y="11277"/>
                  </a:lnTo>
                  <a:lnTo>
                    <a:pt x="2752" y="11642"/>
                  </a:lnTo>
                  <a:lnTo>
                    <a:pt x="3020" y="12007"/>
                  </a:lnTo>
                  <a:lnTo>
                    <a:pt x="3288" y="12373"/>
                  </a:lnTo>
                  <a:lnTo>
                    <a:pt x="3605" y="12714"/>
                  </a:lnTo>
                  <a:lnTo>
                    <a:pt x="3605" y="12714"/>
                  </a:lnTo>
                  <a:lnTo>
                    <a:pt x="3897" y="12957"/>
                  </a:lnTo>
                  <a:lnTo>
                    <a:pt x="4165" y="13201"/>
                  </a:lnTo>
                  <a:lnTo>
                    <a:pt x="4165" y="13201"/>
                  </a:lnTo>
                  <a:lnTo>
                    <a:pt x="3751" y="13444"/>
                  </a:lnTo>
                  <a:lnTo>
                    <a:pt x="3361" y="13639"/>
                  </a:lnTo>
                  <a:lnTo>
                    <a:pt x="3020" y="13785"/>
                  </a:lnTo>
                  <a:lnTo>
                    <a:pt x="2679" y="13883"/>
                  </a:lnTo>
                  <a:lnTo>
                    <a:pt x="2411" y="13956"/>
                  </a:lnTo>
                  <a:lnTo>
                    <a:pt x="2168" y="13956"/>
                  </a:lnTo>
                  <a:lnTo>
                    <a:pt x="2070" y="13931"/>
                  </a:lnTo>
                  <a:lnTo>
                    <a:pt x="1973" y="13907"/>
                  </a:lnTo>
                  <a:lnTo>
                    <a:pt x="1900" y="13858"/>
                  </a:lnTo>
                  <a:lnTo>
                    <a:pt x="1827" y="13810"/>
                  </a:lnTo>
                  <a:lnTo>
                    <a:pt x="1827" y="13810"/>
                  </a:lnTo>
                  <a:close/>
                  <a:moveTo>
                    <a:pt x="8159" y="4482"/>
                  </a:moveTo>
                  <a:lnTo>
                    <a:pt x="8159" y="4482"/>
                  </a:lnTo>
                  <a:lnTo>
                    <a:pt x="8037" y="4482"/>
                  </a:lnTo>
                  <a:lnTo>
                    <a:pt x="7940" y="4433"/>
                  </a:lnTo>
                  <a:lnTo>
                    <a:pt x="7842" y="4384"/>
                  </a:lnTo>
                  <a:lnTo>
                    <a:pt x="7745" y="4311"/>
                  </a:lnTo>
                  <a:lnTo>
                    <a:pt x="7672" y="4238"/>
                  </a:lnTo>
                  <a:lnTo>
                    <a:pt x="7623" y="4141"/>
                  </a:lnTo>
                  <a:lnTo>
                    <a:pt x="7574" y="4019"/>
                  </a:lnTo>
                  <a:lnTo>
                    <a:pt x="7574" y="3897"/>
                  </a:lnTo>
                  <a:lnTo>
                    <a:pt x="7574" y="3897"/>
                  </a:lnTo>
                  <a:lnTo>
                    <a:pt x="7574" y="3775"/>
                  </a:lnTo>
                  <a:lnTo>
                    <a:pt x="7623" y="3678"/>
                  </a:lnTo>
                  <a:lnTo>
                    <a:pt x="7672" y="3580"/>
                  </a:lnTo>
                  <a:lnTo>
                    <a:pt x="7745" y="3483"/>
                  </a:lnTo>
                  <a:lnTo>
                    <a:pt x="7842" y="3410"/>
                  </a:lnTo>
                  <a:lnTo>
                    <a:pt x="7940" y="3361"/>
                  </a:lnTo>
                  <a:lnTo>
                    <a:pt x="8037" y="3337"/>
                  </a:lnTo>
                  <a:lnTo>
                    <a:pt x="8159" y="3313"/>
                  </a:lnTo>
                  <a:lnTo>
                    <a:pt x="8159" y="3313"/>
                  </a:lnTo>
                  <a:lnTo>
                    <a:pt x="8281" y="3337"/>
                  </a:lnTo>
                  <a:lnTo>
                    <a:pt x="8378" y="3361"/>
                  </a:lnTo>
                  <a:lnTo>
                    <a:pt x="8476" y="3410"/>
                  </a:lnTo>
                  <a:lnTo>
                    <a:pt x="8573" y="3483"/>
                  </a:lnTo>
                  <a:lnTo>
                    <a:pt x="8646" y="3580"/>
                  </a:lnTo>
                  <a:lnTo>
                    <a:pt x="8695" y="3678"/>
                  </a:lnTo>
                  <a:lnTo>
                    <a:pt x="8743" y="3775"/>
                  </a:lnTo>
                  <a:lnTo>
                    <a:pt x="8743" y="3897"/>
                  </a:lnTo>
                  <a:lnTo>
                    <a:pt x="8743" y="3897"/>
                  </a:lnTo>
                  <a:lnTo>
                    <a:pt x="8743" y="4019"/>
                  </a:lnTo>
                  <a:lnTo>
                    <a:pt x="8695" y="4141"/>
                  </a:lnTo>
                  <a:lnTo>
                    <a:pt x="8646" y="4238"/>
                  </a:lnTo>
                  <a:lnTo>
                    <a:pt x="8573" y="4311"/>
                  </a:lnTo>
                  <a:lnTo>
                    <a:pt x="8476" y="4384"/>
                  </a:lnTo>
                  <a:lnTo>
                    <a:pt x="8378" y="4433"/>
                  </a:lnTo>
                  <a:lnTo>
                    <a:pt x="8281" y="4482"/>
                  </a:lnTo>
                  <a:lnTo>
                    <a:pt x="8159" y="4482"/>
                  </a:lnTo>
                  <a:lnTo>
                    <a:pt x="8159" y="4482"/>
                  </a:lnTo>
                  <a:close/>
                  <a:moveTo>
                    <a:pt x="9133" y="5943"/>
                  </a:moveTo>
                  <a:lnTo>
                    <a:pt x="9133" y="5943"/>
                  </a:lnTo>
                  <a:lnTo>
                    <a:pt x="9036" y="5943"/>
                  </a:lnTo>
                  <a:lnTo>
                    <a:pt x="8963" y="5919"/>
                  </a:lnTo>
                  <a:lnTo>
                    <a:pt x="8841" y="5846"/>
                  </a:lnTo>
                  <a:lnTo>
                    <a:pt x="8768" y="5724"/>
                  </a:lnTo>
                  <a:lnTo>
                    <a:pt x="8743" y="5651"/>
                  </a:lnTo>
                  <a:lnTo>
                    <a:pt x="8743" y="5553"/>
                  </a:lnTo>
                  <a:lnTo>
                    <a:pt x="8743" y="5553"/>
                  </a:lnTo>
                  <a:lnTo>
                    <a:pt x="8743" y="5480"/>
                  </a:lnTo>
                  <a:lnTo>
                    <a:pt x="8768" y="5407"/>
                  </a:lnTo>
                  <a:lnTo>
                    <a:pt x="8841" y="5285"/>
                  </a:lnTo>
                  <a:lnTo>
                    <a:pt x="8963" y="5212"/>
                  </a:lnTo>
                  <a:lnTo>
                    <a:pt x="9036" y="5188"/>
                  </a:lnTo>
                  <a:lnTo>
                    <a:pt x="9133" y="5164"/>
                  </a:lnTo>
                  <a:lnTo>
                    <a:pt x="9133" y="5164"/>
                  </a:lnTo>
                  <a:lnTo>
                    <a:pt x="9206" y="5188"/>
                  </a:lnTo>
                  <a:lnTo>
                    <a:pt x="9279" y="5212"/>
                  </a:lnTo>
                  <a:lnTo>
                    <a:pt x="9401" y="5285"/>
                  </a:lnTo>
                  <a:lnTo>
                    <a:pt x="9474" y="5407"/>
                  </a:lnTo>
                  <a:lnTo>
                    <a:pt x="9498" y="5480"/>
                  </a:lnTo>
                  <a:lnTo>
                    <a:pt x="9523" y="5553"/>
                  </a:lnTo>
                  <a:lnTo>
                    <a:pt x="9523" y="5553"/>
                  </a:lnTo>
                  <a:lnTo>
                    <a:pt x="9498" y="5651"/>
                  </a:lnTo>
                  <a:lnTo>
                    <a:pt x="9474" y="5724"/>
                  </a:lnTo>
                  <a:lnTo>
                    <a:pt x="9401" y="5846"/>
                  </a:lnTo>
                  <a:lnTo>
                    <a:pt x="9279" y="5919"/>
                  </a:lnTo>
                  <a:lnTo>
                    <a:pt x="9206" y="5943"/>
                  </a:lnTo>
                  <a:lnTo>
                    <a:pt x="9133" y="5943"/>
                  </a:lnTo>
                  <a:lnTo>
                    <a:pt x="9133" y="5943"/>
                  </a:lnTo>
                  <a:close/>
                  <a:moveTo>
                    <a:pt x="9986" y="4409"/>
                  </a:moveTo>
                  <a:lnTo>
                    <a:pt x="9986" y="4409"/>
                  </a:lnTo>
                  <a:lnTo>
                    <a:pt x="9888" y="4409"/>
                  </a:lnTo>
                  <a:lnTo>
                    <a:pt x="9815" y="4384"/>
                  </a:lnTo>
                  <a:lnTo>
                    <a:pt x="9693" y="4287"/>
                  </a:lnTo>
                  <a:lnTo>
                    <a:pt x="9620" y="4165"/>
                  </a:lnTo>
                  <a:lnTo>
                    <a:pt x="9596" y="4092"/>
                  </a:lnTo>
                  <a:lnTo>
                    <a:pt x="9596" y="4019"/>
                  </a:lnTo>
                  <a:lnTo>
                    <a:pt x="9596" y="4019"/>
                  </a:lnTo>
                  <a:lnTo>
                    <a:pt x="9596" y="3946"/>
                  </a:lnTo>
                  <a:lnTo>
                    <a:pt x="9620" y="3873"/>
                  </a:lnTo>
                  <a:lnTo>
                    <a:pt x="9693" y="3751"/>
                  </a:lnTo>
                  <a:lnTo>
                    <a:pt x="9815" y="3654"/>
                  </a:lnTo>
                  <a:lnTo>
                    <a:pt x="9888" y="3629"/>
                  </a:lnTo>
                  <a:lnTo>
                    <a:pt x="9986" y="3629"/>
                  </a:lnTo>
                  <a:lnTo>
                    <a:pt x="9986" y="3629"/>
                  </a:lnTo>
                  <a:lnTo>
                    <a:pt x="10059" y="3629"/>
                  </a:lnTo>
                  <a:lnTo>
                    <a:pt x="10132" y="3654"/>
                  </a:lnTo>
                  <a:lnTo>
                    <a:pt x="10253" y="3751"/>
                  </a:lnTo>
                  <a:lnTo>
                    <a:pt x="10327" y="3873"/>
                  </a:lnTo>
                  <a:lnTo>
                    <a:pt x="10351" y="3946"/>
                  </a:lnTo>
                  <a:lnTo>
                    <a:pt x="10375" y="4019"/>
                  </a:lnTo>
                  <a:lnTo>
                    <a:pt x="10375" y="4019"/>
                  </a:lnTo>
                  <a:lnTo>
                    <a:pt x="10351" y="4092"/>
                  </a:lnTo>
                  <a:lnTo>
                    <a:pt x="10327" y="4165"/>
                  </a:lnTo>
                  <a:lnTo>
                    <a:pt x="10253" y="4287"/>
                  </a:lnTo>
                  <a:lnTo>
                    <a:pt x="10132" y="4384"/>
                  </a:lnTo>
                  <a:lnTo>
                    <a:pt x="10059" y="4409"/>
                  </a:lnTo>
                  <a:lnTo>
                    <a:pt x="9986" y="4409"/>
                  </a:lnTo>
                  <a:lnTo>
                    <a:pt x="9986" y="4409"/>
                  </a:lnTo>
                  <a:close/>
                  <a:moveTo>
                    <a:pt x="13200" y="4165"/>
                  </a:moveTo>
                  <a:lnTo>
                    <a:pt x="13200" y="4165"/>
                  </a:lnTo>
                  <a:lnTo>
                    <a:pt x="12957" y="3897"/>
                  </a:lnTo>
                  <a:lnTo>
                    <a:pt x="12713" y="3605"/>
                  </a:lnTo>
                  <a:lnTo>
                    <a:pt x="12713" y="3605"/>
                  </a:lnTo>
                  <a:lnTo>
                    <a:pt x="12372" y="3288"/>
                  </a:lnTo>
                  <a:lnTo>
                    <a:pt x="12007" y="3020"/>
                  </a:lnTo>
                  <a:lnTo>
                    <a:pt x="11642" y="2752"/>
                  </a:lnTo>
                  <a:lnTo>
                    <a:pt x="11276" y="2533"/>
                  </a:lnTo>
                  <a:lnTo>
                    <a:pt x="11276" y="2533"/>
                  </a:lnTo>
                  <a:lnTo>
                    <a:pt x="11715" y="2265"/>
                  </a:lnTo>
                  <a:lnTo>
                    <a:pt x="12153" y="2046"/>
                  </a:lnTo>
                  <a:lnTo>
                    <a:pt x="12518" y="1876"/>
                  </a:lnTo>
                  <a:lnTo>
                    <a:pt x="12884" y="1754"/>
                  </a:lnTo>
                  <a:lnTo>
                    <a:pt x="13176" y="1681"/>
                  </a:lnTo>
                  <a:lnTo>
                    <a:pt x="13444" y="1681"/>
                  </a:lnTo>
                  <a:lnTo>
                    <a:pt x="13541" y="1681"/>
                  </a:lnTo>
                  <a:lnTo>
                    <a:pt x="13639" y="1730"/>
                  </a:lnTo>
                  <a:lnTo>
                    <a:pt x="13736" y="1754"/>
                  </a:lnTo>
                  <a:lnTo>
                    <a:pt x="13809" y="1827"/>
                  </a:lnTo>
                  <a:lnTo>
                    <a:pt x="13809" y="1827"/>
                  </a:lnTo>
                  <a:lnTo>
                    <a:pt x="13858" y="1900"/>
                  </a:lnTo>
                  <a:lnTo>
                    <a:pt x="13907" y="1973"/>
                  </a:lnTo>
                  <a:lnTo>
                    <a:pt x="13931" y="2070"/>
                  </a:lnTo>
                  <a:lnTo>
                    <a:pt x="13955" y="2168"/>
                  </a:lnTo>
                  <a:lnTo>
                    <a:pt x="13955" y="2411"/>
                  </a:lnTo>
                  <a:lnTo>
                    <a:pt x="13882" y="2679"/>
                  </a:lnTo>
                  <a:lnTo>
                    <a:pt x="13785" y="3020"/>
                  </a:lnTo>
                  <a:lnTo>
                    <a:pt x="13639" y="3361"/>
                  </a:lnTo>
                  <a:lnTo>
                    <a:pt x="13444" y="3751"/>
                  </a:lnTo>
                  <a:lnTo>
                    <a:pt x="13200" y="4165"/>
                  </a:lnTo>
                  <a:lnTo>
                    <a:pt x="13200" y="4165"/>
                  </a:lnTo>
                  <a:close/>
                </a:path>
              </a:pathLst>
            </a:custGeom>
            <a:noFill/>
            <a:ln cap="rnd" cmpd="sng" w="121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6" name="Google Shape;256;p9"/>
          <p:cNvGrpSpPr/>
          <p:nvPr/>
        </p:nvGrpSpPr>
        <p:grpSpPr>
          <a:xfrm rot="-587313">
            <a:off x="3850121" y="2274317"/>
            <a:ext cx="714809" cy="714768"/>
            <a:chOff x="576250" y="4319400"/>
            <a:chExt cx="442075" cy="442050"/>
          </a:xfrm>
        </p:grpSpPr>
        <p:sp>
          <p:nvSpPr>
            <p:cNvPr id="257" name="Google Shape;257;p9"/>
            <p:cNvSpPr/>
            <p:nvPr/>
          </p:nvSpPr>
          <p:spPr>
            <a:xfrm>
              <a:off x="576250" y="4319400"/>
              <a:ext cx="442075" cy="442050"/>
            </a:xfrm>
            <a:custGeom>
              <a:rect b="b" l="l" r="r" t="t"/>
              <a:pathLst>
                <a:path extrusionOk="0" fill="none" h="17682" w="17683">
                  <a:moveTo>
                    <a:pt x="11472" y="17292"/>
                  </a:moveTo>
                  <a:lnTo>
                    <a:pt x="11472" y="12153"/>
                  </a:lnTo>
                  <a:lnTo>
                    <a:pt x="16416" y="7209"/>
                  </a:lnTo>
                  <a:lnTo>
                    <a:pt x="16416" y="7209"/>
                  </a:lnTo>
                  <a:lnTo>
                    <a:pt x="16562" y="7063"/>
                  </a:lnTo>
                  <a:lnTo>
                    <a:pt x="16684" y="6868"/>
                  </a:lnTo>
                  <a:lnTo>
                    <a:pt x="16830" y="6674"/>
                  </a:lnTo>
                  <a:lnTo>
                    <a:pt x="16927" y="6479"/>
                  </a:lnTo>
                  <a:lnTo>
                    <a:pt x="17146" y="6040"/>
                  </a:lnTo>
                  <a:lnTo>
                    <a:pt x="17317" y="5553"/>
                  </a:lnTo>
                  <a:lnTo>
                    <a:pt x="17439" y="5042"/>
                  </a:lnTo>
                  <a:lnTo>
                    <a:pt x="17560" y="4506"/>
                  </a:lnTo>
                  <a:lnTo>
                    <a:pt x="17633" y="3970"/>
                  </a:lnTo>
                  <a:lnTo>
                    <a:pt x="17658" y="3434"/>
                  </a:lnTo>
                  <a:lnTo>
                    <a:pt x="17682" y="2898"/>
                  </a:lnTo>
                  <a:lnTo>
                    <a:pt x="17682" y="2411"/>
                  </a:lnTo>
                  <a:lnTo>
                    <a:pt x="17658" y="1949"/>
                  </a:lnTo>
                  <a:lnTo>
                    <a:pt x="17609" y="1510"/>
                  </a:lnTo>
                  <a:lnTo>
                    <a:pt x="17536" y="1145"/>
                  </a:lnTo>
                  <a:lnTo>
                    <a:pt x="17463" y="828"/>
                  </a:lnTo>
                  <a:lnTo>
                    <a:pt x="17366" y="585"/>
                  </a:lnTo>
                  <a:lnTo>
                    <a:pt x="17292" y="487"/>
                  </a:lnTo>
                  <a:lnTo>
                    <a:pt x="17244" y="439"/>
                  </a:lnTo>
                  <a:lnTo>
                    <a:pt x="17244" y="439"/>
                  </a:lnTo>
                  <a:lnTo>
                    <a:pt x="17195" y="390"/>
                  </a:lnTo>
                  <a:lnTo>
                    <a:pt x="17098" y="317"/>
                  </a:lnTo>
                  <a:lnTo>
                    <a:pt x="16854" y="219"/>
                  </a:lnTo>
                  <a:lnTo>
                    <a:pt x="16537" y="146"/>
                  </a:lnTo>
                  <a:lnTo>
                    <a:pt x="16172" y="73"/>
                  </a:lnTo>
                  <a:lnTo>
                    <a:pt x="15734" y="25"/>
                  </a:lnTo>
                  <a:lnTo>
                    <a:pt x="15271" y="0"/>
                  </a:lnTo>
                  <a:lnTo>
                    <a:pt x="14784" y="0"/>
                  </a:lnTo>
                  <a:lnTo>
                    <a:pt x="14248" y="25"/>
                  </a:lnTo>
                  <a:lnTo>
                    <a:pt x="13712" y="49"/>
                  </a:lnTo>
                  <a:lnTo>
                    <a:pt x="13176" y="122"/>
                  </a:lnTo>
                  <a:lnTo>
                    <a:pt x="12641" y="244"/>
                  </a:lnTo>
                  <a:lnTo>
                    <a:pt x="12129" y="366"/>
                  </a:lnTo>
                  <a:lnTo>
                    <a:pt x="11642" y="536"/>
                  </a:lnTo>
                  <a:lnTo>
                    <a:pt x="11204" y="755"/>
                  </a:lnTo>
                  <a:lnTo>
                    <a:pt x="10985" y="853"/>
                  </a:lnTo>
                  <a:lnTo>
                    <a:pt x="10814" y="999"/>
                  </a:lnTo>
                  <a:lnTo>
                    <a:pt x="10619" y="1121"/>
                  </a:lnTo>
                  <a:lnTo>
                    <a:pt x="10473" y="1267"/>
                  </a:lnTo>
                  <a:lnTo>
                    <a:pt x="5529" y="6211"/>
                  </a:lnTo>
                  <a:lnTo>
                    <a:pt x="390" y="6211"/>
                  </a:lnTo>
                  <a:lnTo>
                    <a:pt x="390" y="6211"/>
                  </a:lnTo>
                  <a:lnTo>
                    <a:pt x="244" y="6235"/>
                  </a:lnTo>
                  <a:lnTo>
                    <a:pt x="147" y="6259"/>
                  </a:lnTo>
                  <a:lnTo>
                    <a:pt x="49" y="6308"/>
                  </a:lnTo>
                  <a:lnTo>
                    <a:pt x="0" y="6381"/>
                  </a:lnTo>
                  <a:lnTo>
                    <a:pt x="0" y="6454"/>
                  </a:lnTo>
                  <a:lnTo>
                    <a:pt x="25" y="6552"/>
                  </a:lnTo>
                  <a:lnTo>
                    <a:pt x="74" y="6649"/>
                  </a:lnTo>
                  <a:lnTo>
                    <a:pt x="171" y="6771"/>
                  </a:lnTo>
                  <a:lnTo>
                    <a:pt x="2582" y="9158"/>
                  </a:lnTo>
                  <a:lnTo>
                    <a:pt x="2265" y="9474"/>
                  </a:lnTo>
                  <a:lnTo>
                    <a:pt x="950" y="9718"/>
                  </a:lnTo>
                  <a:lnTo>
                    <a:pt x="950" y="9718"/>
                  </a:lnTo>
                  <a:lnTo>
                    <a:pt x="804" y="9767"/>
                  </a:lnTo>
                  <a:lnTo>
                    <a:pt x="682" y="9815"/>
                  </a:lnTo>
                  <a:lnTo>
                    <a:pt x="609" y="9913"/>
                  </a:lnTo>
                  <a:lnTo>
                    <a:pt x="561" y="9986"/>
                  </a:lnTo>
                  <a:lnTo>
                    <a:pt x="561" y="10083"/>
                  </a:lnTo>
                  <a:lnTo>
                    <a:pt x="585" y="10205"/>
                  </a:lnTo>
                  <a:lnTo>
                    <a:pt x="634" y="10302"/>
                  </a:lnTo>
                  <a:lnTo>
                    <a:pt x="731" y="10424"/>
                  </a:lnTo>
                  <a:lnTo>
                    <a:pt x="7258" y="16951"/>
                  </a:lnTo>
                  <a:lnTo>
                    <a:pt x="7258" y="16951"/>
                  </a:lnTo>
                  <a:lnTo>
                    <a:pt x="7380" y="17049"/>
                  </a:lnTo>
                  <a:lnTo>
                    <a:pt x="7477" y="17097"/>
                  </a:lnTo>
                  <a:lnTo>
                    <a:pt x="7599" y="17122"/>
                  </a:lnTo>
                  <a:lnTo>
                    <a:pt x="7697" y="17122"/>
                  </a:lnTo>
                  <a:lnTo>
                    <a:pt x="7770" y="17073"/>
                  </a:lnTo>
                  <a:lnTo>
                    <a:pt x="7867" y="17000"/>
                  </a:lnTo>
                  <a:lnTo>
                    <a:pt x="7916" y="16878"/>
                  </a:lnTo>
                  <a:lnTo>
                    <a:pt x="7965" y="16732"/>
                  </a:lnTo>
                  <a:lnTo>
                    <a:pt x="8208" y="15417"/>
                  </a:lnTo>
                  <a:lnTo>
                    <a:pt x="8525" y="15100"/>
                  </a:lnTo>
                  <a:lnTo>
                    <a:pt x="10911" y="17511"/>
                  </a:lnTo>
                  <a:lnTo>
                    <a:pt x="10911" y="17511"/>
                  </a:lnTo>
                  <a:lnTo>
                    <a:pt x="11033" y="17609"/>
                  </a:lnTo>
                  <a:lnTo>
                    <a:pt x="11131" y="17658"/>
                  </a:lnTo>
                  <a:lnTo>
                    <a:pt x="11228" y="17682"/>
                  </a:lnTo>
                  <a:lnTo>
                    <a:pt x="11301" y="17682"/>
                  </a:lnTo>
                  <a:lnTo>
                    <a:pt x="11374" y="17633"/>
                  </a:lnTo>
                  <a:lnTo>
                    <a:pt x="11423" y="17536"/>
                  </a:lnTo>
                  <a:lnTo>
                    <a:pt x="11447" y="17438"/>
                  </a:lnTo>
                  <a:lnTo>
                    <a:pt x="11472" y="17292"/>
                  </a:lnTo>
                  <a:lnTo>
                    <a:pt x="11472" y="17292"/>
                  </a:lnTo>
                  <a:close/>
                  <a:moveTo>
                    <a:pt x="6162" y="12202"/>
                  </a:moveTo>
                  <a:lnTo>
                    <a:pt x="6162" y="12202"/>
                  </a:lnTo>
                  <a:lnTo>
                    <a:pt x="6089" y="12275"/>
                  </a:lnTo>
                  <a:lnTo>
                    <a:pt x="6016" y="12324"/>
                  </a:lnTo>
                  <a:lnTo>
                    <a:pt x="5919" y="12348"/>
                  </a:lnTo>
                  <a:lnTo>
                    <a:pt x="5821" y="12348"/>
                  </a:lnTo>
                  <a:lnTo>
                    <a:pt x="5724" y="12348"/>
                  </a:lnTo>
                  <a:lnTo>
                    <a:pt x="5626" y="12324"/>
                  </a:lnTo>
                  <a:lnTo>
                    <a:pt x="5553" y="12275"/>
                  </a:lnTo>
                  <a:lnTo>
                    <a:pt x="5480" y="12202"/>
                  </a:lnTo>
                  <a:lnTo>
                    <a:pt x="5480" y="12202"/>
                  </a:lnTo>
                  <a:lnTo>
                    <a:pt x="5407" y="12129"/>
                  </a:lnTo>
                  <a:lnTo>
                    <a:pt x="5359" y="12056"/>
                  </a:lnTo>
                  <a:lnTo>
                    <a:pt x="5334" y="11959"/>
                  </a:lnTo>
                  <a:lnTo>
                    <a:pt x="5334" y="11861"/>
                  </a:lnTo>
                  <a:lnTo>
                    <a:pt x="5334" y="11764"/>
                  </a:lnTo>
                  <a:lnTo>
                    <a:pt x="5359" y="11666"/>
                  </a:lnTo>
                  <a:lnTo>
                    <a:pt x="5407" y="11593"/>
                  </a:lnTo>
                  <a:lnTo>
                    <a:pt x="5480" y="11520"/>
                  </a:lnTo>
                  <a:lnTo>
                    <a:pt x="8013" y="8987"/>
                  </a:lnTo>
                  <a:lnTo>
                    <a:pt x="8013" y="8987"/>
                  </a:lnTo>
                  <a:lnTo>
                    <a:pt x="8086" y="8939"/>
                  </a:lnTo>
                  <a:lnTo>
                    <a:pt x="8159" y="8890"/>
                  </a:lnTo>
                  <a:lnTo>
                    <a:pt x="8257" y="8865"/>
                  </a:lnTo>
                  <a:lnTo>
                    <a:pt x="8354" y="8841"/>
                  </a:lnTo>
                  <a:lnTo>
                    <a:pt x="8452" y="8865"/>
                  </a:lnTo>
                  <a:lnTo>
                    <a:pt x="8525" y="8890"/>
                  </a:lnTo>
                  <a:lnTo>
                    <a:pt x="8622" y="8939"/>
                  </a:lnTo>
                  <a:lnTo>
                    <a:pt x="8695" y="8987"/>
                  </a:lnTo>
                  <a:lnTo>
                    <a:pt x="8695" y="8987"/>
                  </a:lnTo>
                  <a:lnTo>
                    <a:pt x="8744" y="9060"/>
                  </a:lnTo>
                  <a:lnTo>
                    <a:pt x="8793" y="9158"/>
                  </a:lnTo>
                  <a:lnTo>
                    <a:pt x="8817" y="9231"/>
                  </a:lnTo>
                  <a:lnTo>
                    <a:pt x="8841" y="9328"/>
                  </a:lnTo>
                  <a:lnTo>
                    <a:pt x="8817" y="9426"/>
                  </a:lnTo>
                  <a:lnTo>
                    <a:pt x="8793" y="9523"/>
                  </a:lnTo>
                  <a:lnTo>
                    <a:pt x="8744" y="9596"/>
                  </a:lnTo>
                  <a:lnTo>
                    <a:pt x="8695" y="9669"/>
                  </a:lnTo>
                  <a:lnTo>
                    <a:pt x="6162" y="12202"/>
                  </a:lnTo>
                  <a:close/>
                  <a:moveTo>
                    <a:pt x="13396" y="7307"/>
                  </a:moveTo>
                  <a:lnTo>
                    <a:pt x="13396" y="7307"/>
                  </a:lnTo>
                  <a:lnTo>
                    <a:pt x="13274" y="7404"/>
                  </a:lnTo>
                  <a:lnTo>
                    <a:pt x="13152" y="7477"/>
                  </a:lnTo>
                  <a:lnTo>
                    <a:pt x="13006" y="7526"/>
                  </a:lnTo>
                  <a:lnTo>
                    <a:pt x="12836" y="7550"/>
                  </a:lnTo>
                  <a:lnTo>
                    <a:pt x="12689" y="7526"/>
                  </a:lnTo>
                  <a:lnTo>
                    <a:pt x="12543" y="7477"/>
                  </a:lnTo>
                  <a:lnTo>
                    <a:pt x="12421" y="7404"/>
                  </a:lnTo>
                  <a:lnTo>
                    <a:pt x="12300" y="7307"/>
                  </a:lnTo>
                  <a:lnTo>
                    <a:pt x="10376" y="5383"/>
                  </a:lnTo>
                  <a:lnTo>
                    <a:pt x="10376" y="5383"/>
                  </a:lnTo>
                  <a:lnTo>
                    <a:pt x="10278" y="5261"/>
                  </a:lnTo>
                  <a:lnTo>
                    <a:pt x="10205" y="5139"/>
                  </a:lnTo>
                  <a:lnTo>
                    <a:pt x="10156" y="4993"/>
                  </a:lnTo>
                  <a:lnTo>
                    <a:pt x="10132" y="4847"/>
                  </a:lnTo>
                  <a:lnTo>
                    <a:pt x="10156" y="4676"/>
                  </a:lnTo>
                  <a:lnTo>
                    <a:pt x="10205" y="4530"/>
                  </a:lnTo>
                  <a:lnTo>
                    <a:pt x="10278" y="4408"/>
                  </a:lnTo>
                  <a:lnTo>
                    <a:pt x="10376" y="4287"/>
                  </a:lnTo>
                  <a:lnTo>
                    <a:pt x="10376" y="4287"/>
                  </a:lnTo>
                  <a:lnTo>
                    <a:pt x="11326" y="3313"/>
                  </a:lnTo>
                  <a:lnTo>
                    <a:pt x="11326" y="3313"/>
                  </a:lnTo>
                  <a:lnTo>
                    <a:pt x="11496" y="3166"/>
                  </a:lnTo>
                  <a:lnTo>
                    <a:pt x="11666" y="3045"/>
                  </a:lnTo>
                  <a:lnTo>
                    <a:pt x="11861" y="2947"/>
                  </a:lnTo>
                  <a:lnTo>
                    <a:pt x="12032" y="2850"/>
                  </a:lnTo>
                  <a:lnTo>
                    <a:pt x="12227" y="2777"/>
                  </a:lnTo>
                  <a:lnTo>
                    <a:pt x="12446" y="2728"/>
                  </a:lnTo>
                  <a:lnTo>
                    <a:pt x="12641" y="2704"/>
                  </a:lnTo>
                  <a:lnTo>
                    <a:pt x="12836" y="2704"/>
                  </a:lnTo>
                  <a:lnTo>
                    <a:pt x="13055" y="2704"/>
                  </a:lnTo>
                  <a:lnTo>
                    <a:pt x="13250" y="2728"/>
                  </a:lnTo>
                  <a:lnTo>
                    <a:pt x="13469" y="2777"/>
                  </a:lnTo>
                  <a:lnTo>
                    <a:pt x="13664" y="2850"/>
                  </a:lnTo>
                  <a:lnTo>
                    <a:pt x="13834" y="2947"/>
                  </a:lnTo>
                  <a:lnTo>
                    <a:pt x="14029" y="3045"/>
                  </a:lnTo>
                  <a:lnTo>
                    <a:pt x="14199" y="3166"/>
                  </a:lnTo>
                  <a:lnTo>
                    <a:pt x="14370" y="3313"/>
                  </a:lnTo>
                  <a:lnTo>
                    <a:pt x="14370" y="3313"/>
                  </a:lnTo>
                  <a:lnTo>
                    <a:pt x="14516" y="3483"/>
                  </a:lnTo>
                  <a:lnTo>
                    <a:pt x="14638" y="3653"/>
                  </a:lnTo>
                  <a:lnTo>
                    <a:pt x="14735" y="3848"/>
                  </a:lnTo>
                  <a:lnTo>
                    <a:pt x="14833" y="4019"/>
                  </a:lnTo>
                  <a:lnTo>
                    <a:pt x="14906" y="4214"/>
                  </a:lnTo>
                  <a:lnTo>
                    <a:pt x="14954" y="4433"/>
                  </a:lnTo>
                  <a:lnTo>
                    <a:pt x="14979" y="4628"/>
                  </a:lnTo>
                  <a:lnTo>
                    <a:pt x="14979" y="4847"/>
                  </a:lnTo>
                  <a:lnTo>
                    <a:pt x="14979" y="5042"/>
                  </a:lnTo>
                  <a:lnTo>
                    <a:pt x="14954" y="5237"/>
                  </a:lnTo>
                  <a:lnTo>
                    <a:pt x="14906" y="5456"/>
                  </a:lnTo>
                  <a:lnTo>
                    <a:pt x="14833" y="5651"/>
                  </a:lnTo>
                  <a:lnTo>
                    <a:pt x="14735" y="5821"/>
                  </a:lnTo>
                  <a:lnTo>
                    <a:pt x="14638" y="6016"/>
                  </a:lnTo>
                  <a:lnTo>
                    <a:pt x="14516" y="6186"/>
                  </a:lnTo>
                  <a:lnTo>
                    <a:pt x="14370" y="6357"/>
                  </a:lnTo>
                  <a:lnTo>
                    <a:pt x="14370" y="6357"/>
                  </a:lnTo>
                  <a:lnTo>
                    <a:pt x="13396" y="7307"/>
                  </a:lnTo>
                  <a:lnTo>
                    <a:pt x="13396" y="7307"/>
                  </a:lnTo>
                  <a:close/>
                </a:path>
              </a:pathLst>
            </a:custGeom>
            <a:noFill/>
            <a:ln cap="rnd" cmpd="sng" w="121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9"/>
            <p:cNvSpPr/>
            <p:nvPr/>
          </p:nvSpPr>
          <p:spPr>
            <a:xfrm>
              <a:off x="595725" y="4668875"/>
              <a:ext cx="73100" cy="73100"/>
            </a:xfrm>
            <a:custGeom>
              <a:rect b="b" l="l" r="r" t="t"/>
              <a:pathLst>
                <a:path extrusionOk="0" fill="none" h="2924" w="2924">
                  <a:moveTo>
                    <a:pt x="2656" y="269"/>
                  </a:moveTo>
                  <a:lnTo>
                    <a:pt x="2656" y="269"/>
                  </a:lnTo>
                  <a:lnTo>
                    <a:pt x="2509" y="147"/>
                  </a:lnTo>
                  <a:lnTo>
                    <a:pt x="2363" y="74"/>
                  </a:lnTo>
                  <a:lnTo>
                    <a:pt x="2193" y="25"/>
                  </a:lnTo>
                  <a:lnTo>
                    <a:pt x="2022" y="1"/>
                  </a:lnTo>
                  <a:lnTo>
                    <a:pt x="1852" y="25"/>
                  </a:lnTo>
                  <a:lnTo>
                    <a:pt x="1681" y="74"/>
                  </a:lnTo>
                  <a:lnTo>
                    <a:pt x="1511" y="147"/>
                  </a:lnTo>
                  <a:lnTo>
                    <a:pt x="1365" y="269"/>
                  </a:lnTo>
                  <a:lnTo>
                    <a:pt x="1365" y="269"/>
                  </a:lnTo>
                  <a:lnTo>
                    <a:pt x="1219" y="488"/>
                  </a:lnTo>
                  <a:lnTo>
                    <a:pt x="999" y="829"/>
                  </a:lnTo>
                  <a:lnTo>
                    <a:pt x="561" y="1730"/>
                  </a:lnTo>
                  <a:lnTo>
                    <a:pt x="171" y="2558"/>
                  </a:lnTo>
                  <a:lnTo>
                    <a:pt x="1" y="2924"/>
                  </a:lnTo>
                  <a:lnTo>
                    <a:pt x="1" y="2924"/>
                  </a:lnTo>
                  <a:lnTo>
                    <a:pt x="366" y="2753"/>
                  </a:lnTo>
                  <a:lnTo>
                    <a:pt x="1194" y="2363"/>
                  </a:lnTo>
                  <a:lnTo>
                    <a:pt x="2095" y="1925"/>
                  </a:lnTo>
                  <a:lnTo>
                    <a:pt x="2436" y="1706"/>
                  </a:lnTo>
                  <a:lnTo>
                    <a:pt x="2656" y="1560"/>
                  </a:lnTo>
                  <a:lnTo>
                    <a:pt x="2656" y="1560"/>
                  </a:lnTo>
                  <a:lnTo>
                    <a:pt x="2777" y="1414"/>
                  </a:lnTo>
                  <a:lnTo>
                    <a:pt x="2850" y="1243"/>
                  </a:lnTo>
                  <a:lnTo>
                    <a:pt x="2899" y="1073"/>
                  </a:lnTo>
                  <a:lnTo>
                    <a:pt x="2923" y="902"/>
                  </a:lnTo>
                  <a:lnTo>
                    <a:pt x="2899" y="732"/>
                  </a:lnTo>
                  <a:lnTo>
                    <a:pt x="2850" y="561"/>
                  </a:lnTo>
                  <a:lnTo>
                    <a:pt x="2777" y="415"/>
                  </a:lnTo>
                  <a:lnTo>
                    <a:pt x="2656" y="269"/>
                  </a:lnTo>
                  <a:lnTo>
                    <a:pt x="2656" y="269"/>
                  </a:lnTo>
                  <a:close/>
                </a:path>
              </a:pathLst>
            </a:custGeom>
            <a:noFill/>
            <a:ln cap="rnd" cmpd="sng" w="121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9"/>
            <p:cNvSpPr/>
            <p:nvPr/>
          </p:nvSpPr>
          <p:spPr>
            <a:xfrm>
              <a:off x="652350" y="4711500"/>
              <a:ext cx="46925" cy="46925"/>
            </a:xfrm>
            <a:custGeom>
              <a:rect b="b" l="l" r="r" t="t"/>
              <a:pathLst>
                <a:path extrusionOk="0" fill="none" h="1877" w="1877">
                  <a:moveTo>
                    <a:pt x="1657" y="244"/>
                  </a:moveTo>
                  <a:lnTo>
                    <a:pt x="1657" y="244"/>
                  </a:lnTo>
                  <a:lnTo>
                    <a:pt x="1535" y="147"/>
                  </a:lnTo>
                  <a:lnTo>
                    <a:pt x="1413" y="74"/>
                  </a:lnTo>
                  <a:lnTo>
                    <a:pt x="1267" y="25"/>
                  </a:lnTo>
                  <a:lnTo>
                    <a:pt x="1121" y="1"/>
                  </a:lnTo>
                  <a:lnTo>
                    <a:pt x="975" y="25"/>
                  </a:lnTo>
                  <a:lnTo>
                    <a:pt x="829" y="74"/>
                  </a:lnTo>
                  <a:lnTo>
                    <a:pt x="707" y="147"/>
                  </a:lnTo>
                  <a:lnTo>
                    <a:pt x="585" y="244"/>
                  </a:lnTo>
                  <a:lnTo>
                    <a:pt x="585" y="244"/>
                  </a:lnTo>
                  <a:lnTo>
                    <a:pt x="464" y="391"/>
                  </a:lnTo>
                  <a:lnTo>
                    <a:pt x="366" y="610"/>
                  </a:lnTo>
                  <a:lnTo>
                    <a:pt x="269" y="878"/>
                  </a:lnTo>
                  <a:lnTo>
                    <a:pt x="171" y="1170"/>
                  </a:lnTo>
                  <a:lnTo>
                    <a:pt x="50" y="1681"/>
                  </a:lnTo>
                  <a:lnTo>
                    <a:pt x="1" y="1876"/>
                  </a:lnTo>
                  <a:lnTo>
                    <a:pt x="1" y="1876"/>
                  </a:lnTo>
                  <a:lnTo>
                    <a:pt x="220" y="1852"/>
                  </a:lnTo>
                  <a:lnTo>
                    <a:pt x="731" y="1706"/>
                  </a:lnTo>
                  <a:lnTo>
                    <a:pt x="999" y="1633"/>
                  </a:lnTo>
                  <a:lnTo>
                    <a:pt x="1267" y="1535"/>
                  </a:lnTo>
                  <a:lnTo>
                    <a:pt x="1511" y="1413"/>
                  </a:lnTo>
                  <a:lnTo>
                    <a:pt x="1657" y="1316"/>
                  </a:lnTo>
                  <a:lnTo>
                    <a:pt x="1657" y="1316"/>
                  </a:lnTo>
                  <a:lnTo>
                    <a:pt x="1754" y="1194"/>
                  </a:lnTo>
                  <a:lnTo>
                    <a:pt x="1827" y="1048"/>
                  </a:lnTo>
                  <a:lnTo>
                    <a:pt x="1876" y="926"/>
                  </a:lnTo>
                  <a:lnTo>
                    <a:pt x="1876" y="780"/>
                  </a:lnTo>
                  <a:lnTo>
                    <a:pt x="1876" y="634"/>
                  </a:lnTo>
                  <a:lnTo>
                    <a:pt x="1827" y="488"/>
                  </a:lnTo>
                  <a:lnTo>
                    <a:pt x="1754" y="366"/>
                  </a:lnTo>
                  <a:lnTo>
                    <a:pt x="1657" y="244"/>
                  </a:lnTo>
                  <a:lnTo>
                    <a:pt x="1657" y="244"/>
                  </a:lnTo>
                  <a:close/>
                </a:path>
              </a:pathLst>
            </a:custGeom>
            <a:noFill/>
            <a:ln cap="rnd" cmpd="sng" w="121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9"/>
            <p:cNvSpPr/>
            <p:nvPr/>
          </p:nvSpPr>
          <p:spPr>
            <a:xfrm>
              <a:off x="579300" y="4638450"/>
              <a:ext cx="46900" cy="46900"/>
            </a:xfrm>
            <a:custGeom>
              <a:rect b="b" l="l" r="r" t="t"/>
              <a:pathLst>
                <a:path extrusionOk="0" fill="none" h="1876" w="1876">
                  <a:moveTo>
                    <a:pt x="1632" y="219"/>
                  </a:moveTo>
                  <a:lnTo>
                    <a:pt x="1632" y="219"/>
                  </a:lnTo>
                  <a:lnTo>
                    <a:pt x="1510" y="122"/>
                  </a:lnTo>
                  <a:lnTo>
                    <a:pt x="1388" y="49"/>
                  </a:lnTo>
                  <a:lnTo>
                    <a:pt x="1242" y="0"/>
                  </a:lnTo>
                  <a:lnTo>
                    <a:pt x="1096" y="0"/>
                  </a:lnTo>
                  <a:lnTo>
                    <a:pt x="950" y="0"/>
                  </a:lnTo>
                  <a:lnTo>
                    <a:pt x="828" y="49"/>
                  </a:lnTo>
                  <a:lnTo>
                    <a:pt x="682" y="122"/>
                  </a:lnTo>
                  <a:lnTo>
                    <a:pt x="560" y="219"/>
                  </a:lnTo>
                  <a:lnTo>
                    <a:pt x="560" y="219"/>
                  </a:lnTo>
                  <a:lnTo>
                    <a:pt x="463" y="366"/>
                  </a:lnTo>
                  <a:lnTo>
                    <a:pt x="341" y="609"/>
                  </a:lnTo>
                  <a:lnTo>
                    <a:pt x="244" y="877"/>
                  </a:lnTo>
                  <a:lnTo>
                    <a:pt x="171" y="1145"/>
                  </a:lnTo>
                  <a:lnTo>
                    <a:pt x="25" y="1656"/>
                  </a:lnTo>
                  <a:lnTo>
                    <a:pt x="0" y="1876"/>
                  </a:lnTo>
                  <a:lnTo>
                    <a:pt x="0" y="1876"/>
                  </a:lnTo>
                  <a:lnTo>
                    <a:pt x="195" y="1827"/>
                  </a:lnTo>
                  <a:lnTo>
                    <a:pt x="707" y="1705"/>
                  </a:lnTo>
                  <a:lnTo>
                    <a:pt x="999" y="1608"/>
                  </a:lnTo>
                  <a:lnTo>
                    <a:pt x="1267" y="1510"/>
                  </a:lnTo>
                  <a:lnTo>
                    <a:pt x="1486" y="1413"/>
                  </a:lnTo>
                  <a:lnTo>
                    <a:pt x="1632" y="1291"/>
                  </a:lnTo>
                  <a:lnTo>
                    <a:pt x="1632" y="1291"/>
                  </a:lnTo>
                  <a:lnTo>
                    <a:pt x="1729" y="1169"/>
                  </a:lnTo>
                  <a:lnTo>
                    <a:pt x="1802" y="1048"/>
                  </a:lnTo>
                  <a:lnTo>
                    <a:pt x="1851" y="901"/>
                  </a:lnTo>
                  <a:lnTo>
                    <a:pt x="1876" y="755"/>
                  </a:lnTo>
                  <a:lnTo>
                    <a:pt x="1851" y="609"/>
                  </a:lnTo>
                  <a:lnTo>
                    <a:pt x="1802" y="463"/>
                  </a:lnTo>
                  <a:lnTo>
                    <a:pt x="1729" y="341"/>
                  </a:lnTo>
                  <a:lnTo>
                    <a:pt x="1632" y="219"/>
                  </a:lnTo>
                  <a:lnTo>
                    <a:pt x="1632" y="219"/>
                  </a:lnTo>
                  <a:close/>
                </a:path>
              </a:pathLst>
            </a:custGeom>
            <a:noFill/>
            <a:ln cap="rnd" cmpd="sng" w="121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61" name="Google Shape;261;p9"/>
          <p:cNvSpPr/>
          <p:nvPr/>
        </p:nvSpPr>
        <p:spPr>
          <a:xfrm>
            <a:off x="3536507" y="710554"/>
            <a:ext cx="271742" cy="259470"/>
          </a:xfrm>
          <a:custGeom>
            <a:rect b="b" l="l" r="r" t="t"/>
            <a:pathLst>
              <a:path extrusionOk="0" fill="none" h="14419" w="15101">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cap="rnd" cmpd="sng" w="121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9"/>
          <p:cNvSpPr/>
          <p:nvPr/>
        </p:nvSpPr>
        <p:spPr>
          <a:xfrm rot="2697553">
            <a:off x="5327282" y="2038984"/>
            <a:ext cx="412519" cy="393888"/>
          </a:xfrm>
          <a:custGeom>
            <a:rect b="b" l="l" r="r" t="t"/>
            <a:pathLst>
              <a:path extrusionOk="0" fill="none" h="14419" w="15101">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cap="rnd" cmpd="sng" w="121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9"/>
          <p:cNvSpPr/>
          <p:nvPr/>
        </p:nvSpPr>
        <p:spPr>
          <a:xfrm>
            <a:off x="5653628" y="1814107"/>
            <a:ext cx="165205" cy="157816"/>
          </a:xfrm>
          <a:custGeom>
            <a:rect b="b" l="l" r="r" t="t"/>
            <a:pathLst>
              <a:path extrusionOk="0" fill="none" h="14419" w="15101">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cap="rnd" cmpd="sng" w="121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9"/>
          <p:cNvSpPr/>
          <p:nvPr/>
        </p:nvSpPr>
        <p:spPr>
          <a:xfrm rot="1280074">
            <a:off x="3348230" y="1493219"/>
            <a:ext cx="165200" cy="157799"/>
          </a:xfrm>
          <a:custGeom>
            <a:rect b="b" l="l" r="r" t="t"/>
            <a:pathLst>
              <a:path extrusionOk="0" fill="none" h="14419" w="15101">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cap="rnd" cmpd="sng" w="121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9"/>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0"/>
          <p:cNvSpPr txBox="1"/>
          <p:nvPr>
            <p:ph idx="1" type="body"/>
          </p:nvPr>
        </p:nvSpPr>
        <p:spPr>
          <a:xfrm>
            <a:off x="1069625" y="1958050"/>
            <a:ext cx="2371200" cy="2618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600"/>
              </a:spcBef>
              <a:spcAft>
                <a:spcPts val="0"/>
              </a:spcAft>
              <a:buSzPts val="1400"/>
              <a:buNone/>
            </a:pPr>
            <a:r>
              <a:rPr lang="en-US" sz="1600"/>
              <a:t>1. More or less determine the </a:t>
            </a:r>
            <a:r>
              <a:rPr b="1" lang="en-US" sz="1600">
                <a:latin typeface="Poppins"/>
                <a:ea typeface="Poppins"/>
                <a:cs typeface="Poppins"/>
                <a:sym typeface="Poppins"/>
              </a:rPr>
              <a:t>major</a:t>
            </a:r>
            <a:r>
              <a:rPr lang="en-US" sz="1600"/>
              <a:t> you going to apply with</a:t>
            </a:r>
            <a:endParaRPr/>
          </a:p>
          <a:p>
            <a:pPr indent="0" lvl="0" marL="0" rtl="0" algn="l">
              <a:lnSpc>
                <a:spcPct val="100000"/>
              </a:lnSpc>
              <a:spcBef>
                <a:spcPts val="600"/>
              </a:spcBef>
              <a:spcAft>
                <a:spcPts val="0"/>
              </a:spcAft>
              <a:buSzPts val="1400"/>
              <a:buNone/>
            </a:pPr>
            <a:r>
              <a:t/>
            </a:r>
            <a:endParaRPr sz="1600"/>
          </a:p>
          <a:p>
            <a:pPr indent="0" lvl="0" marL="0" rtl="0" algn="l">
              <a:lnSpc>
                <a:spcPct val="100000"/>
              </a:lnSpc>
              <a:spcBef>
                <a:spcPts val="600"/>
              </a:spcBef>
              <a:spcAft>
                <a:spcPts val="0"/>
              </a:spcAft>
              <a:buSzPts val="1400"/>
              <a:buNone/>
            </a:pPr>
            <a:r>
              <a:rPr lang="en-US" sz="1600"/>
              <a:t>2. They branch off to become </a:t>
            </a:r>
            <a:r>
              <a:rPr b="1" lang="en-US" sz="1600">
                <a:latin typeface="Poppins"/>
                <a:ea typeface="Poppins"/>
                <a:cs typeface="Poppins"/>
                <a:sym typeface="Poppins"/>
              </a:rPr>
              <a:t>essays</a:t>
            </a:r>
            <a:r>
              <a:rPr lang="en-US" sz="1600"/>
              <a:t> and </a:t>
            </a:r>
            <a:r>
              <a:rPr b="1" lang="en-US" sz="1600">
                <a:latin typeface="Poppins"/>
                <a:ea typeface="Poppins"/>
                <a:cs typeface="Poppins"/>
                <a:sym typeface="Poppins"/>
              </a:rPr>
              <a:t>recommendations</a:t>
            </a:r>
            <a:endParaRPr b="1">
              <a:latin typeface="Poppins"/>
              <a:ea typeface="Poppins"/>
              <a:cs typeface="Poppins"/>
              <a:sym typeface="Poppins"/>
            </a:endParaRPr>
          </a:p>
          <a:p>
            <a:pPr indent="0" lvl="0" marL="0" rtl="0" algn="l">
              <a:lnSpc>
                <a:spcPct val="100000"/>
              </a:lnSpc>
              <a:spcBef>
                <a:spcPts val="600"/>
              </a:spcBef>
              <a:spcAft>
                <a:spcPts val="0"/>
              </a:spcAft>
              <a:buSzPts val="1400"/>
              <a:buNone/>
            </a:pPr>
            <a:r>
              <a:t/>
            </a:r>
            <a:endParaRPr sz="1600"/>
          </a:p>
        </p:txBody>
      </p:sp>
      <p:sp>
        <p:nvSpPr>
          <p:cNvPr id="271" name="Google Shape;271;p10"/>
          <p:cNvSpPr txBox="1"/>
          <p:nvPr>
            <p:ph type="title"/>
          </p:nvPr>
        </p:nvSpPr>
        <p:spPr>
          <a:xfrm>
            <a:off x="457200" y="1166125"/>
            <a:ext cx="5220300" cy="683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US" sz="3600"/>
              <a:t>BECAUSE……………..</a:t>
            </a:r>
            <a:endParaRPr/>
          </a:p>
        </p:txBody>
      </p:sp>
      <p:sp>
        <p:nvSpPr>
          <p:cNvPr id="272" name="Google Shape;272;p10"/>
          <p:cNvSpPr txBox="1"/>
          <p:nvPr>
            <p:ph idx="2" type="body"/>
          </p:nvPr>
        </p:nvSpPr>
        <p:spPr>
          <a:xfrm>
            <a:off x="3440700" y="2175850"/>
            <a:ext cx="2236800" cy="2618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600"/>
              </a:spcBef>
              <a:spcAft>
                <a:spcPts val="0"/>
              </a:spcAft>
              <a:buSzPts val="1400"/>
              <a:buNone/>
            </a:pPr>
            <a:r>
              <a:rPr lang="en-US" sz="1600"/>
              <a:t>3</a:t>
            </a:r>
            <a:r>
              <a:rPr b="1" lang="en-US" sz="1600"/>
              <a:t>. </a:t>
            </a:r>
            <a:r>
              <a:rPr lang="en-US" sz="1600"/>
              <a:t>Pillars of your </a:t>
            </a:r>
            <a:r>
              <a:rPr b="1" lang="en-US" sz="1600">
                <a:latin typeface="Poppins"/>
                <a:ea typeface="Poppins"/>
                <a:cs typeface="Poppins"/>
                <a:sym typeface="Poppins"/>
              </a:rPr>
              <a:t>personal brand </a:t>
            </a:r>
            <a:r>
              <a:rPr lang="en-US" sz="1600"/>
              <a:t>can be shown via your activities.</a:t>
            </a:r>
            <a:endParaRPr/>
          </a:p>
          <a:p>
            <a:pPr indent="0" lvl="0" marL="0" rtl="0" algn="l">
              <a:lnSpc>
                <a:spcPct val="100000"/>
              </a:lnSpc>
              <a:spcBef>
                <a:spcPts val="600"/>
              </a:spcBef>
              <a:spcAft>
                <a:spcPts val="0"/>
              </a:spcAft>
              <a:buSzPts val="1400"/>
              <a:buNone/>
            </a:pPr>
            <a:r>
              <a:t/>
            </a:r>
            <a:endParaRPr b="1" sz="1600"/>
          </a:p>
        </p:txBody>
      </p:sp>
      <p:sp>
        <p:nvSpPr>
          <p:cNvPr id="273" name="Google Shape;273;p10"/>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US"/>
              <a:t>‹#›</a:t>
            </a:fld>
            <a:endParaRPr/>
          </a:p>
        </p:txBody>
      </p:sp>
      <p:pic>
        <p:nvPicPr>
          <p:cNvPr id="274" name="Google Shape;274;p10"/>
          <p:cNvPicPr preferRelativeResize="0"/>
          <p:nvPr/>
        </p:nvPicPr>
        <p:blipFill rotWithShape="1">
          <a:blip r:embed="rId3">
            <a:alphaModFix/>
          </a:blip>
          <a:srcRect b="0" l="0" r="0" t="0"/>
          <a:stretch/>
        </p:blipFill>
        <p:spPr>
          <a:xfrm>
            <a:off x="6372150" y="1054450"/>
            <a:ext cx="3034500" cy="3034500"/>
          </a:xfrm>
          <a:prstGeom prst="ellipse">
            <a:avLst/>
          </a:prstGeom>
          <a:noFill/>
          <a:ln>
            <a:noFill/>
          </a:ln>
        </p:spPr>
      </p:pic>
      <p:grpSp>
        <p:nvGrpSpPr>
          <p:cNvPr id="275" name="Google Shape;275;p10"/>
          <p:cNvGrpSpPr/>
          <p:nvPr/>
        </p:nvGrpSpPr>
        <p:grpSpPr>
          <a:xfrm>
            <a:off x="5853100" y="3068600"/>
            <a:ext cx="1539600" cy="1539600"/>
            <a:chOff x="6680825" y="2549350"/>
            <a:chExt cx="1539600" cy="1539600"/>
          </a:xfrm>
        </p:grpSpPr>
        <p:sp>
          <p:nvSpPr>
            <p:cNvPr id="276" name="Google Shape;276;p10"/>
            <p:cNvSpPr/>
            <p:nvPr/>
          </p:nvSpPr>
          <p:spPr>
            <a:xfrm>
              <a:off x="6825669" y="2694194"/>
              <a:ext cx="1249800" cy="1249800"/>
            </a:xfrm>
            <a:prstGeom prst="ellipse">
              <a:avLst/>
            </a:prstGeom>
            <a:solidFill>
              <a:srgbClr val="000000">
                <a:alpha val="1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10"/>
            <p:cNvSpPr/>
            <p:nvPr/>
          </p:nvSpPr>
          <p:spPr>
            <a:xfrm>
              <a:off x="6894850" y="2763375"/>
              <a:ext cx="1111200" cy="1111200"/>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10"/>
            <p:cNvSpPr/>
            <p:nvPr/>
          </p:nvSpPr>
          <p:spPr>
            <a:xfrm>
              <a:off x="6680825" y="2549350"/>
              <a:ext cx="1539600" cy="1539600"/>
            </a:xfrm>
            <a:prstGeom prst="donut">
              <a:avLst>
                <a:gd fmla="val 675" name="adj"/>
              </a:avLst>
            </a:prstGeom>
            <a:solidFill>
              <a:srgbClr val="000000">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79" name="Google Shape;279;p10"/>
          <p:cNvSpPr/>
          <p:nvPr/>
        </p:nvSpPr>
        <p:spPr>
          <a:xfrm>
            <a:off x="6454511" y="3670015"/>
            <a:ext cx="336767" cy="336767"/>
          </a:xfrm>
          <a:custGeom>
            <a:rect b="b" l="l" r="r" t="t"/>
            <a:pathLst>
              <a:path extrusionOk="0" fill="none" h="16027" w="16027">
                <a:moveTo>
                  <a:pt x="14029" y="4019"/>
                </a:moveTo>
                <a:lnTo>
                  <a:pt x="14029" y="4019"/>
                </a:lnTo>
                <a:lnTo>
                  <a:pt x="14200" y="3849"/>
                </a:lnTo>
                <a:lnTo>
                  <a:pt x="14395" y="3752"/>
                </a:lnTo>
                <a:lnTo>
                  <a:pt x="14614" y="3678"/>
                </a:lnTo>
                <a:lnTo>
                  <a:pt x="14809" y="3630"/>
                </a:lnTo>
                <a:lnTo>
                  <a:pt x="15028" y="3581"/>
                </a:lnTo>
                <a:lnTo>
                  <a:pt x="15247" y="3484"/>
                </a:lnTo>
                <a:lnTo>
                  <a:pt x="15442" y="3362"/>
                </a:lnTo>
                <a:lnTo>
                  <a:pt x="15661" y="3191"/>
                </a:lnTo>
                <a:lnTo>
                  <a:pt x="15661" y="3191"/>
                </a:lnTo>
                <a:lnTo>
                  <a:pt x="15832" y="2997"/>
                </a:lnTo>
                <a:lnTo>
                  <a:pt x="15929" y="2777"/>
                </a:lnTo>
                <a:lnTo>
                  <a:pt x="16002" y="2534"/>
                </a:lnTo>
                <a:lnTo>
                  <a:pt x="16026" y="2266"/>
                </a:lnTo>
                <a:lnTo>
                  <a:pt x="16026" y="2266"/>
                </a:lnTo>
                <a:lnTo>
                  <a:pt x="16002" y="2047"/>
                </a:lnTo>
                <a:lnTo>
                  <a:pt x="15978" y="1827"/>
                </a:lnTo>
                <a:lnTo>
                  <a:pt x="15905" y="1633"/>
                </a:lnTo>
                <a:lnTo>
                  <a:pt x="15807" y="1413"/>
                </a:lnTo>
                <a:lnTo>
                  <a:pt x="15710" y="1243"/>
                </a:lnTo>
                <a:lnTo>
                  <a:pt x="15588" y="1048"/>
                </a:lnTo>
                <a:lnTo>
                  <a:pt x="15466" y="878"/>
                </a:lnTo>
                <a:lnTo>
                  <a:pt x="15320" y="707"/>
                </a:lnTo>
                <a:lnTo>
                  <a:pt x="15320" y="707"/>
                </a:lnTo>
                <a:lnTo>
                  <a:pt x="15150" y="561"/>
                </a:lnTo>
                <a:lnTo>
                  <a:pt x="14979" y="439"/>
                </a:lnTo>
                <a:lnTo>
                  <a:pt x="14784" y="317"/>
                </a:lnTo>
                <a:lnTo>
                  <a:pt x="14590" y="196"/>
                </a:lnTo>
                <a:lnTo>
                  <a:pt x="14395" y="123"/>
                </a:lnTo>
                <a:lnTo>
                  <a:pt x="14175" y="50"/>
                </a:lnTo>
                <a:lnTo>
                  <a:pt x="13981" y="25"/>
                </a:lnTo>
                <a:lnTo>
                  <a:pt x="13761" y="1"/>
                </a:lnTo>
                <a:lnTo>
                  <a:pt x="13761" y="1"/>
                </a:lnTo>
                <a:lnTo>
                  <a:pt x="13494" y="25"/>
                </a:lnTo>
                <a:lnTo>
                  <a:pt x="13250" y="98"/>
                </a:lnTo>
                <a:lnTo>
                  <a:pt x="13031" y="196"/>
                </a:lnTo>
                <a:lnTo>
                  <a:pt x="12836" y="366"/>
                </a:lnTo>
                <a:lnTo>
                  <a:pt x="12836" y="366"/>
                </a:lnTo>
                <a:lnTo>
                  <a:pt x="12665" y="561"/>
                </a:lnTo>
                <a:lnTo>
                  <a:pt x="12544" y="780"/>
                </a:lnTo>
                <a:lnTo>
                  <a:pt x="12471" y="975"/>
                </a:lnTo>
                <a:lnTo>
                  <a:pt x="12422" y="1194"/>
                </a:lnTo>
                <a:lnTo>
                  <a:pt x="12349" y="1413"/>
                </a:lnTo>
                <a:lnTo>
                  <a:pt x="12276" y="1608"/>
                </a:lnTo>
                <a:lnTo>
                  <a:pt x="12178" y="1827"/>
                </a:lnTo>
                <a:lnTo>
                  <a:pt x="12008" y="1998"/>
                </a:lnTo>
                <a:lnTo>
                  <a:pt x="12008" y="1998"/>
                </a:lnTo>
                <a:lnTo>
                  <a:pt x="11740" y="2266"/>
                </a:lnTo>
                <a:lnTo>
                  <a:pt x="11496" y="2436"/>
                </a:lnTo>
                <a:lnTo>
                  <a:pt x="11277" y="2534"/>
                </a:lnTo>
                <a:lnTo>
                  <a:pt x="11082" y="2582"/>
                </a:lnTo>
                <a:lnTo>
                  <a:pt x="10888" y="2582"/>
                </a:lnTo>
                <a:lnTo>
                  <a:pt x="10717" y="2534"/>
                </a:lnTo>
                <a:lnTo>
                  <a:pt x="10547" y="2412"/>
                </a:lnTo>
                <a:lnTo>
                  <a:pt x="10376" y="2290"/>
                </a:lnTo>
                <a:lnTo>
                  <a:pt x="10206" y="2095"/>
                </a:lnTo>
                <a:lnTo>
                  <a:pt x="10035" y="1901"/>
                </a:lnTo>
                <a:lnTo>
                  <a:pt x="9670" y="1413"/>
                </a:lnTo>
                <a:lnTo>
                  <a:pt x="9231" y="878"/>
                </a:lnTo>
                <a:lnTo>
                  <a:pt x="8988" y="585"/>
                </a:lnTo>
                <a:lnTo>
                  <a:pt x="8720" y="293"/>
                </a:lnTo>
                <a:lnTo>
                  <a:pt x="8720" y="293"/>
                </a:lnTo>
                <a:lnTo>
                  <a:pt x="8574" y="171"/>
                </a:lnTo>
                <a:lnTo>
                  <a:pt x="8379" y="74"/>
                </a:lnTo>
                <a:lnTo>
                  <a:pt x="8209" y="25"/>
                </a:lnTo>
                <a:lnTo>
                  <a:pt x="8014" y="1"/>
                </a:lnTo>
                <a:lnTo>
                  <a:pt x="8014" y="1"/>
                </a:lnTo>
                <a:lnTo>
                  <a:pt x="7916" y="25"/>
                </a:lnTo>
                <a:lnTo>
                  <a:pt x="7770" y="98"/>
                </a:lnTo>
                <a:lnTo>
                  <a:pt x="7307" y="366"/>
                </a:lnTo>
                <a:lnTo>
                  <a:pt x="7039" y="537"/>
                </a:lnTo>
                <a:lnTo>
                  <a:pt x="6747" y="756"/>
                </a:lnTo>
                <a:lnTo>
                  <a:pt x="6431" y="975"/>
                </a:lnTo>
                <a:lnTo>
                  <a:pt x="6138" y="1243"/>
                </a:lnTo>
                <a:lnTo>
                  <a:pt x="5870" y="1511"/>
                </a:lnTo>
                <a:lnTo>
                  <a:pt x="5627" y="1803"/>
                </a:lnTo>
                <a:lnTo>
                  <a:pt x="5432" y="2095"/>
                </a:lnTo>
                <a:lnTo>
                  <a:pt x="5359" y="2242"/>
                </a:lnTo>
                <a:lnTo>
                  <a:pt x="5310" y="2412"/>
                </a:lnTo>
                <a:lnTo>
                  <a:pt x="5262" y="2558"/>
                </a:lnTo>
                <a:lnTo>
                  <a:pt x="5237" y="2704"/>
                </a:lnTo>
                <a:lnTo>
                  <a:pt x="5237" y="2850"/>
                </a:lnTo>
                <a:lnTo>
                  <a:pt x="5262" y="3021"/>
                </a:lnTo>
                <a:lnTo>
                  <a:pt x="5310" y="3167"/>
                </a:lnTo>
                <a:lnTo>
                  <a:pt x="5383" y="3313"/>
                </a:lnTo>
                <a:lnTo>
                  <a:pt x="5481" y="3459"/>
                </a:lnTo>
                <a:lnTo>
                  <a:pt x="5603" y="3605"/>
                </a:lnTo>
                <a:lnTo>
                  <a:pt x="5603" y="3605"/>
                </a:lnTo>
                <a:lnTo>
                  <a:pt x="5797" y="3752"/>
                </a:lnTo>
                <a:lnTo>
                  <a:pt x="5992" y="3849"/>
                </a:lnTo>
                <a:lnTo>
                  <a:pt x="6187" y="3946"/>
                </a:lnTo>
                <a:lnTo>
                  <a:pt x="6406" y="3995"/>
                </a:lnTo>
                <a:lnTo>
                  <a:pt x="6625" y="4044"/>
                </a:lnTo>
                <a:lnTo>
                  <a:pt x="6845" y="4141"/>
                </a:lnTo>
                <a:lnTo>
                  <a:pt x="7039" y="4239"/>
                </a:lnTo>
                <a:lnTo>
                  <a:pt x="7234" y="4409"/>
                </a:lnTo>
                <a:lnTo>
                  <a:pt x="7234" y="4409"/>
                </a:lnTo>
                <a:lnTo>
                  <a:pt x="7405" y="4604"/>
                </a:lnTo>
                <a:lnTo>
                  <a:pt x="7502" y="4823"/>
                </a:lnTo>
                <a:lnTo>
                  <a:pt x="7575" y="5067"/>
                </a:lnTo>
                <a:lnTo>
                  <a:pt x="7600" y="5359"/>
                </a:lnTo>
                <a:lnTo>
                  <a:pt x="7600" y="5359"/>
                </a:lnTo>
                <a:lnTo>
                  <a:pt x="7575" y="5554"/>
                </a:lnTo>
                <a:lnTo>
                  <a:pt x="7551" y="5773"/>
                </a:lnTo>
                <a:lnTo>
                  <a:pt x="7478" y="5968"/>
                </a:lnTo>
                <a:lnTo>
                  <a:pt x="7405" y="6163"/>
                </a:lnTo>
                <a:lnTo>
                  <a:pt x="7307" y="6357"/>
                </a:lnTo>
                <a:lnTo>
                  <a:pt x="7186" y="6552"/>
                </a:lnTo>
                <a:lnTo>
                  <a:pt x="7039" y="6723"/>
                </a:lnTo>
                <a:lnTo>
                  <a:pt x="6893" y="6893"/>
                </a:lnTo>
                <a:lnTo>
                  <a:pt x="6893" y="6893"/>
                </a:lnTo>
                <a:lnTo>
                  <a:pt x="6723" y="7039"/>
                </a:lnTo>
                <a:lnTo>
                  <a:pt x="6552" y="7186"/>
                </a:lnTo>
                <a:lnTo>
                  <a:pt x="6382" y="7283"/>
                </a:lnTo>
                <a:lnTo>
                  <a:pt x="6187" y="7405"/>
                </a:lnTo>
                <a:lnTo>
                  <a:pt x="5992" y="7478"/>
                </a:lnTo>
                <a:lnTo>
                  <a:pt x="5773" y="7551"/>
                </a:lnTo>
                <a:lnTo>
                  <a:pt x="5554" y="7575"/>
                </a:lnTo>
                <a:lnTo>
                  <a:pt x="5359" y="7600"/>
                </a:lnTo>
                <a:lnTo>
                  <a:pt x="5359" y="7600"/>
                </a:lnTo>
                <a:lnTo>
                  <a:pt x="5091" y="7575"/>
                </a:lnTo>
                <a:lnTo>
                  <a:pt x="4848" y="7502"/>
                </a:lnTo>
                <a:lnTo>
                  <a:pt x="4604" y="7405"/>
                </a:lnTo>
                <a:lnTo>
                  <a:pt x="4409" y="7234"/>
                </a:lnTo>
                <a:lnTo>
                  <a:pt x="4409" y="7234"/>
                </a:lnTo>
                <a:lnTo>
                  <a:pt x="4239" y="7039"/>
                </a:lnTo>
                <a:lnTo>
                  <a:pt x="4117" y="6820"/>
                </a:lnTo>
                <a:lnTo>
                  <a:pt x="4044" y="6601"/>
                </a:lnTo>
                <a:lnTo>
                  <a:pt x="3971" y="6382"/>
                </a:lnTo>
                <a:lnTo>
                  <a:pt x="3922" y="6187"/>
                </a:lnTo>
                <a:lnTo>
                  <a:pt x="3849" y="5992"/>
                </a:lnTo>
                <a:lnTo>
                  <a:pt x="3752" y="5797"/>
                </a:lnTo>
                <a:lnTo>
                  <a:pt x="3605" y="5602"/>
                </a:lnTo>
                <a:lnTo>
                  <a:pt x="3605" y="5602"/>
                </a:lnTo>
                <a:lnTo>
                  <a:pt x="3459" y="5481"/>
                </a:lnTo>
                <a:lnTo>
                  <a:pt x="3313" y="5383"/>
                </a:lnTo>
                <a:lnTo>
                  <a:pt x="3167" y="5310"/>
                </a:lnTo>
                <a:lnTo>
                  <a:pt x="3021" y="5262"/>
                </a:lnTo>
                <a:lnTo>
                  <a:pt x="2850" y="5237"/>
                </a:lnTo>
                <a:lnTo>
                  <a:pt x="2704" y="5237"/>
                </a:lnTo>
                <a:lnTo>
                  <a:pt x="2558" y="5262"/>
                </a:lnTo>
                <a:lnTo>
                  <a:pt x="2412" y="5310"/>
                </a:lnTo>
                <a:lnTo>
                  <a:pt x="2242" y="5359"/>
                </a:lnTo>
                <a:lnTo>
                  <a:pt x="2095" y="5432"/>
                </a:lnTo>
                <a:lnTo>
                  <a:pt x="1803" y="5627"/>
                </a:lnTo>
                <a:lnTo>
                  <a:pt x="1511" y="5870"/>
                </a:lnTo>
                <a:lnTo>
                  <a:pt x="1243" y="6138"/>
                </a:lnTo>
                <a:lnTo>
                  <a:pt x="975" y="6431"/>
                </a:lnTo>
                <a:lnTo>
                  <a:pt x="756" y="6747"/>
                </a:lnTo>
                <a:lnTo>
                  <a:pt x="537" y="7039"/>
                </a:lnTo>
                <a:lnTo>
                  <a:pt x="366" y="7307"/>
                </a:lnTo>
                <a:lnTo>
                  <a:pt x="98" y="7770"/>
                </a:lnTo>
                <a:lnTo>
                  <a:pt x="25" y="7916"/>
                </a:lnTo>
                <a:lnTo>
                  <a:pt x="1" y="8014"/>
                </a:lnTo>
                <a:lnTo>
                  <a:pt x="1" y="8014"/>
                </a:lnTo>
                <a:lnTo>
                  <a:pt x="25" y="8208"/>
                </a:lnTo>
                <a:lnTo>
                  <a:pt x="74" y="8379"/>
                </a:lnTo>
                <a:lnTo>
                  <a:pt x="171" y="8574"/>
                </a:lnTo>
                <a:lnTo>
                  <a:pt x="293" y="8720"/>
                </a:lnTo>
                <a:lnTo>
                  <a:pt x="293" y="8720"/>
                </a:lnTo>
                <a:lnTo>
                  <a:pt x="585" y="8988"/>
                </a:lnTo>
                <a:lnTo>
                  <a:pt x="878" y="9231"/>
                </a:lnTo>
                <a:lnTo>
                  <a:pt x="1413" y="9670"/>
                </a:lnTo>
                <a:lnTo>
                  <a:pt x="1901" y="10035"/>
                </a:lnTo>
                <a:lnTo>
                  <a:pt x="2095" y="10206"/>
                </a:lnTo>
                <a:lnTo>
                  <a:pt x="2290" y="10376"/>
                </a:lnTo>
                <a:lnTo>
                  <a:pt x="2412" y="10547"/>
                </a:lnTo>
                <a:lnTo>
                  <a:pt x="2534" y="10717"/>
                </a:lnTo>
                <a:lnTo>
                  <a:pt x="2583" y="10888"/>
                </a:lnTo>
                <a:lnTo>
                  <a:pt x="2583" y="11082"/>
                </a:lnTo>
                <a:lnTo>
                  <a:pt x="2534" y="11277"/>
                </a:lnTo>
                <a:lnTo>
                  <a:pt x="2436" y="11496"/>
                </a:lnTo>
                <a:lnTo>
                  <a:pt x="2266" y="11740"/>
                </a:lnTo>
                <a:lnTo>
                  <a:pt x="1998" y="12008"/>
                </a:lnTo>
                <a:lnTo>
                  <a:pt x="1998" y="12008"/>
                </a:lnTo>
                <a:lnTo>
                  <a:pt x="1828" y="12178"/>
                </a:lnTo>
                <a:lnTo>
                  <a:pt x="1633" y="12276"/>
                </a:lnTo>
                <a:lnTo>
                  <a:pt x="1413" y="12349"/>
                </a:lnTo>
                <a:lnTo>
                  <a:pt x="1219" y="12398"/>
                </a:lnTo>
                <a:lnTo>
                  <a:pt x="999" y="12446"/>
                </a:lnTo>
                <a:lnTo>
                  <a:pt x="780" y="12544"/>
                </a:lnTo>
                <a:lnTo>
                  <a:pt x="585" y="12665"/>
                </a:lnTo>
                <a:lnTo>
                  <a:pt x="366" y="12836"/>
                </a:lnTo>
                <a:lnTo>
                  <a:pt x="366" y="12836"/>
                </a:lnTo>
                <a:lnTo>
                  <a:pt x="196" y="13031"/>
                </a:lnTo>
                <a:lnTo>
                  <a:pt x="98" y="13250"/>
                </a:lnTo>
                <a:lnTo>
                  <a:pt x="25" y="13493"/>
                </a:lnTo>
                <a:lnTo>
                  <a:pt x="1" y="13761"/>
                </a:lnTo>
                <a:lnTo>
                  <a:pt x="1" y="13761"/>
                </a:lnTo>
                <a:lnTo>
                  <a:pt x="25" y="13981"/>
                </a:lnTo>
                <a:lnTo>
                  <a:pt x="50" y="14200"/>
                </a:lnTo>
                <a:lnTo>
                  <a:pt x="123" y="14395"/>
                </a:lnTo>
                <a:lnTo>
                  <a:pt x="220" y="14614"/>
                </a:lnTo>
                <a:lnTo>
                  <a:pt x="318" y="14784"/>
                </a:lnTo>
                <a:lnTo>
                  <a:pt x="439" y="14979"/>
                </a:lnTo>
                <a:lnTo>
                  <a:pt x="561" y="15150"/>
                </a:lnTo>
                <a:lnTo>
                  <a:pt x="707" y="15320"/>
                </a:lnTo>
                <a:lnTo>
                  <a:pt x="707" y="15320"/>
                </a:lnTo>
                <a:lnTo>
                  <a:pt x="878" y="15466"/>
                </a:lnTo>
                <a:lnTo>
                  <a:pt x="1048" y="15588"/>
                </a:lnTo>
                <a:lnTo>
                  <a:pt x="1243" y="15710"/>
                </a:lnTo>
                <a:lnTo>
                  <a:pt x="1438" y="15832"/>
                </a:lnTo>
                <a:lnTo>
                  <a:pt x="1633" y="15905"/>
                </a:lnTo>
                <a:lnTo>
                  <a:pt x="1852" y="15978"/>
                </a:lnTo>
                <a:lnTo>
                  <a:pt x="2047" y="16002"/>
                </a:lnTo>
                <a:lnTo>
                  <a:pt x="2266" y="16026"/>
                </a:lnTo>
                <a:lnTo>
                  <a:pt x="2266" y="16026"/>
                </a:lnTo>
                <a:lnTo>
                  <a:pt x="2534" y="16002"/>
                </a:lnTo>
                <a:lnTo>
                  <a:pt x="2777" y="15929"/>
                </a:lnTo>
                <a:lnTo>
                  <a:pt x="2997" y="15832"/>
                </a:lnTo>
                <a:lnTo>
                  <a:pt x="3191" y="15661"/>
                </a:lnTo>
                <a:lnTo>
                  <a:pt x="3191" y="15661"/>
                </a:lnTo>
                <a:lnTo>
                  <a:pt x="3362" y="15466"/>
                </a:lnTo>
                <a:lnTo>
                  <a:pt x="3484" y="15247"/>
                </a:lnTo>
                <a:lnTo>
                  <a:pt x="3557" y="15052"/>
                </a:lnTo>
                <a:lnTo>
                  <a:pt x="3605" y="14833"/>
                </a:lnTo>
                <a:lnTo>
                  <a:pt x="3679" y="14614"/>
                </a:lnTo>
                <a:lnTo>
                  <a:pt x="3752" y="14419"/>
                </a:lnTo>
                <a:lnTo>
                  <a:pt x="3849" y="14200"/>
                </a:lnTo>
                <a:lnTo>
                  <a:pt x="4019" y="14029"/>
                </a:lnTo>
                <a:lnTo>
                  <a:pt x="4019" y="14029"/>
                </a:lnTo>
                <a:lnTo>
                  <a:pt x="4287" y="13786"/>
                </a:lnTo>
                <a:lnTo>
                  <a:pt x="4531" y="13591"/>
                </a:lnTo>
                <a:lnTo>
                  <a:pt x="4750" y="13493"/>
                </a:lnTo>
                <a:lnTo>
                  <a:pt x="4945" y="13445"/>
                </a:lnTo>
                <a:lnTo>
                  <a:pt x="5140" y="13445"/>
                </a:lnTo>
                <a:lnTo>
                  <a:pt x="5310" y="13493"/>
                </a:lnTo>
                <a:lnTo>
                  <a:pt x="5481" y="13615"/>
                </a:lnTo>
                <a:lnTo>
                  <a:pt x="5651" y="13737"/>
                </a:lnTo>
                <a:lnTo>
                  <a:pt x="5822" y="13932"/>
                </a:lnTo>
                <a:lnTo>
                  <a:pt x="5992" y="14127"/>
                </a:lnTo>
                <a:lnTo>
                  <a:pt x="6358" y="14614"/>
                </a:lnTo>
                <a:lnTo>
                  <a:pt x="6796" y="15150"/>
                </a:lnTo>
                <a:lnTo>
                  <a:pt x="7039" y="15442"/>
                </a:lnTo>
                <a:lnTo>
                  <a:pt x="7307" y="15734"/>
                </a:lnTo>
                <a:lnTo>
                  <a:pt x="7307" y="15734"/>
                </a:lnTo>
                <a:lnTo>
                  <a:pt x="7454" y="15856"/>
                </a:lnTo>
                <a:lnTo>
                  <a:pt x="7648" y="15953"/>
                </a:lnTo>
                <a:lnTo>
                  <a:pt x="7819" y="16002"/>
                </a:lnTo>
                <a:lnTo>
                  <a:pt x="8014" y="16026"/>
                </a:lnTo>
                <a:lnTo>
                  <a:pt x="8014" y="16026"/>
                </a:lnTo>
                <a:lnTo>
                  <a:pt x="8111" y="16002"/>
                </a:lnTo>
                <a:lnTo>
                  <a:pt x="8257" y="15929"/>
                </a:lnTo>
                <a:lnTo>
                  <a:pt x="8720" y="15661"/>
                </a:lnTo>
                <a:lnTo>
                  <a:pt x="8988" y="15491"/>
                </a:lnTo>
                <a:lnTo>
                  <a:pt x="9280" y="15271"/>
                </a:lnTo>
                <a:lnTo>
                  <a:pt x="9597" y="15052"/>
                </a:lnTo>
                <a:lnTo>
                  <a:pt x="9889" y="14784"/>
                </a:lnTo>
                <a:lnTo>
                  <a:pt x="10157" y="14516"/>
                </a:lnTo>
                <a:lnTo>
                  <a:pt x="10400" y="14224"/>
                </a:lnTo>
                <a:lnTo>
                  <a:pt x="10595" y="13932"/>
                </a:lnTo>
                <a:lnTo>
                  <a:pt x="10668" y="13786"/>
                </a:lnTo>
                <a:lnTo>
                  <a:pt x="10717" y="13615"/>
                </a:lnTo>
                <a:lnTo>
                  <a:pt x="10766" y="13469"/>
                </a:lnTo>
                <a:lnTo>
                  <a:pt x="10790" y="13323"/>
                </a:lnTo>
                <a:lnTo>
                  <a:pt x="10790" y="13177"/>
                </a:lnTo>
                <a:lnTo>
                  <a:pt x="10766" y="13006"/>
                </a:lnTo>
                <a:lnTo>
                  <a:pt x="10717" y="12860"/>
                </a:lnTo>
                <a:lnTo>
                  <a:pt x="10644" y="12714"/>
                </a:lnTo>
                <a:lnTo>
                  <a:pt x="10547" y="12568"/>
                </a:lnTo>
                <a:lnTo>
                  <a:pt x="10425" y="12422"/>
                </a:lnTo>
                <a:lnTo>
                  <a:pt x="10425" y="12422"/>
                </a:lnTo>
                <a:lnTo>
                  <a:pt x="10230" y="12276"/>
                </a:lnTo>
                <a:lnTo>
                  <a:pt x="10035" y="12178"/>
                </a:lnTo>
                <a:lnTo>
                  <a:pt x="9840" y="12105"/>
                </a:lnTo>
                <a:lnTo>
                  <a:pt x="9621" y="12032"/>
                </a:lnTo>
                <a:lnTo>
                  <a:pt x="9402" y="11983"/>
                </a:lnTo>
                <a:lnTo>
                  <a:pt x="9183" y="11886"/>
                </a:lnTo>
                <a:lnTo>
                  <a:pt x="8988" y="11789"/>
                </a:lnTo>
                <a:lnTo>
                  <a:pt x="8793" y="11618"/>
                </a:lnTo>
                <a:lnTo>
                  <a:pt x="8793" y="11618"/>
                </a:lnTo>
                <a:lnTo>
                  <a:pt x="8623" y="11423"/>
                </a:lnTo>
                <a:lnTo>
                  <a:pt x="8525" y="11204"/>
                </a:lnTo>
                <a:lnTo>
                  <a:pt x="8452" y="10961"/>
                </a:lnTo>
                <a:lnTo>
                  <a:pt x="8428" y="10668"/>
                </a:lnTo>
                <a:lnTo>
                  <a:pt x="8428" y="10668"/>
                </a:lnTo>
                <a:lnTo>
                  <a:pt x="8452" y="10473"/>
                </a:lnTo>
                <a:lnTo>
                  <a:pt x="8476" y="10254"/>
                </a:lnTo>
                <a:lnTo>
                  <a:pt x="8549" y="10059"/>
                </a:lnTo>
                <a:lnTo>
                  <a:pt x="8623" y="9865"/>
                </a:lnTo>
                <a:lnTo>
                  <a:pt x="8720" y="9670"/>
                </a:lnTo>
                <a:lnTo>
                  <a:pt x="8842" y="9475"/>
                </a:lnTo>
                <a:lnTo>
                  <a:pt x="8988" y="9304"/>
                </a:lnTo>
                <a:lnTo>
                  <a:pt x="9134" y="9134"/>
                </a:lnTo>
                <a:lnTo>
                  <a:pt x="9134" y="9134"/>
                </a:lnTo>
                <a:lnTo>
                  <a:pt x="9304" y="8988"/>
                </a:lnTo>
                <a:lnTo>
                  <a:pt x="9475" y="8866"/>
                </a:lnTo>
                <a:lnTo>
                  <a:pt x="9645" y="8744"/>
                </a:lnTo>
                <a:lnTo>
                  <a:pt x="9840" y="8622"/>
                </a:lnTo>
                <a:lnTo>
                  <a:pt x="10035" y="8549"/>
                </a:lnTo>
                <a:lnTo>
                  <a:pt x="10254" y="8476"/>
                </a:lnTo>
                <a:lnTo>
                  <a:pt x="10474" y="8452"/>
                </a:lnTo>
                <a:lnTo>
                  <a:pt x="10668" y="8428"/>
                </a:lnTo>
                <a:lnTo>
                  <a:pt x="10668" y="8428"/>
                </a:lnTo>
                <a:lnTo>
                  <a:pt x="10936" y="8452"/>
                </a:lnTo>
                <a:lnTo>
                  <a:pt x="11180" y="8525"/>
                </a:lnTo>
                <a:lnTo>
                  <a:pt x="11423" y="8622"/>
                </a:lnTo>
                <a:lnTo>
                  <a:pt x="11618" y="8793"/>
                </a:lnTo>
                <a:lnTo>
                  <a:pt x="11618" y="8793"/>
                </a:lnTo>
                <a:lnTo>
                  <a:pt x="11789" y="8988"/>
                </a:lnTo>
                <a:lnTo>
                  <a:pt x="11910" y="9207"/>
                </a:lnTo>
                <a:lnTo>
                  <a:pt x="11984" y="9426"/>
                </a:lnTo>
                <a:lnTo>
                  <a:pt x="12057" y="9645"/>
                </a:lnTo>
                <a:lnTo>
                  <a:pt x="12105" y="9840"/>
                </a:lnTo>
                <a:lnTo>
                  <a:pt x="12178" y="10035"/>
                </a:lnTo>
                <a:lnTo>
                  <a:pt x="12276" y="10230"/>
                </a:lnTo>
                <a:lnTo>
                  <a:pt x="12422" y="10425"/>
                </a:lnTo>
                <a:lnTo>
                  <a:pt x="12422" y="10425"/>
                </a:lnTo>
                <a:lnTo>
                  <a:pt x="12568" y="10547"/>
                </a:lnTo>
                <a:lnTo>
                  <a:pt x="12714" y="10644"/>
                </a:lnTo>
                <a:lnTo>
                  <a:pt x="12860" y="10717"/>
                </a:lnTo>
                <a:lnTo>
                  <a:pt x="13006" y="10766"/>
                </a:lnTo>
                <a:lnTo>
                  <a:pt x="13177" y="10790"/>
                </a:lnTo>
                <a:lnTo>
                  <a:pt x="13323" y="10790"/>
                </a:lnTo>
                <a:lnTo>
                  <a:pt x="13469" y="10766"/>
                </a:lnTo>
                <a:lnTo>
                  <a:pt x="13615" y="10717"/>
                </a:lnTo>
                <a:lnTo>
                  <a:pt x="13786" y="10668"/>
                </a:lnTo>
                <a:lnTo>
                  <a:pt x="13932" y="10595"/>
                </a:lnTo>
                <a:lnTo>
                  <a:pt x="14224" y="10400"/>
                </a:lnTo>
                <a:lnTo>
                  <a:pt x="14516" y="10157"/>
                </a:lnTo>
                <a:lnTo>
                  <a:pt x="14784" y="9889"/>
                </a:lnTo>
                <a:lnTo>
                  <a:pt x="15052" y="9597"/>
                </a:lnTo>
                <a:lnTo>
                  <a:pt x="15271" y="9280"/>
                </a:lnTo>
                <a:lnTo>
                  <a:pt x="15491" y="8988"/>
                </a:lnTo>
                <a:lnTo>
                  <a:pt x="15661" y="8720"/>
                </a:lnTo>
                <a:lnTo>
                  <a:pt x="15929" y="8257"/>
                </a:lnTo>
                <a:lnTo>
                  <a:pt x="16002" y="8111"/>
                </a:lnTo>
                <a:lnTo>
                  <a:pt x="16026" y="8014"/>
                </a:lnTo>
                <a:lnTo>
                  <a:pt x="16026" y="8014"/>
                </a:lnTo>
                <a:lnTo>
                  <a:pt x="16002" y="7819"/>
                </a:lnTo>
                <a:lnTo>
                  <a:pt x="15953" y="7648"/>
                </a:lnTo>
                <a:lnTo>
                  <a:pt x="15856" y="7453"/>
                </a:lnTo>
                <a:lnTo>
                  <a:pt x="15734" y="7307"/>
                </a:lnTo>
                <a:lnTo>
                  <a:pt x="15734" y="7307"/>
                </a:lnTo>
                <a:lnTo>
                  <a:pt x="15442" y="7039"/>
                </a:lnTo>
                <a:lnTo>
                  <a:pt x="15150" y="6796"/>
                </a:lnTo>
                <a:lnTo>
                  <a:pt x="14614" y="6357"/>
                </a:lnTo>
                <a:lnTo>
                  <a:pt x="14127" y="5992"/>
                </a:lnTo>
                <a:lnTo>
                  <a:pt x="13932" y="5822"/>
                </a:lnTo>
                <a:lnTo>
                  <a:pt x="13737" y="5651"/>
                </a:lnTo>
                <a:lnTo>
                  <a:pt x="13615" y="5481"/>
                </a:lnTo>
                <a:lnTo>
                  <a:pt x="13494" y="5310"/>
                </a:lnTo>
                <a:lnTo>
                  <a:pt x="13445" y="5140"/>
                </a:lnTo>
                <a:lnTo>
                  <a:pt x="13445" y="4945"/>
                </a:lnTo>
                <a:lnTo>
                  <a:pt x="13494" y="4750"/>
                </a:lnTo>
                <a:lnTo>
                  <a:pt x="13591" y="4531"/>
                </a:lnTo>
                <a:lnTo>
                  <a:pt x="13761" y="4287"/>
                </a:lnTo>
                <a:lnTo>
                  <a:pt x="14029" y="4019"/>
                </a:lnTo>
                <a:lnTo>
                  <a:pt x="14029" y="4019"/>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1400">
        <p14:rippl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1"/>
          <p:cNvSpPr txBox="1"/>
          <p:nvPr>
            <p:ph type="title"/>
          </p:nvPr>
        </p:nvSpPr>
        <p:spPr>
          <a:xfrm>
            <a:off x="763436" y="1616500"/>
            <a:ext cx="5220300" cy="683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US" sz="2000"/>
              <a:t>WHAT ARE SOME OF THE PERSONAL TRAITS COLLEGES LOOK FOR IN PROSPECTIVE STUDENTS?</a:t>
            </a:r>
            <a:endParaRPr sz="2000"/>
          </a:p>
        </p:txBody>
      </p:sp>
      <p:sp>
        <p:nvSpPr>
          <p:cNvPr id="285" name="Google Shape;285;p11"/>
          <p:cNvSpPr txBox="1"/>
          <p:nvPr>
            <p:ph idx="1" type="body"/>
          </p:nvPr>
        </p:nvSpPr>
        <p:spPr>
          <a:xfrm>
            <a:off x="1069625" y="2458381"/>
            <a:ext cx="1485300" cy="2618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600"/>
              </a:spcBef>
              <a:spcAft>
                <a:spcPts val="0"/>
              </a:spcAft>
              <a:buSzPts val="1100"/>
              <a:buNone/>
            </a:pPr>
            <a:r>
              <a:rPr b="1" lang="en-US" sz="1100"/>
              <a:t>PASSION</a:t>
            </a:r>
            <a:endParaRPr/>
          </a:p>
          <a:p>
            <a:pPr indent="0" lvl="0" marL="0" rtl="0" algn="l">
              <a:lnSpc>
                <a:spcPct val="100000"/>
              </a:lnSpc>
              <a:spcBef>
                <a:spcPts val="600"/>
              </a:spcBef>
              <a:spcAft>
                <a:spcPts val="0"/>
              </a:spcAft>
              <a:buSzPts val="1100"/>
              <a:buNone/>
            </a:pPr>
            <a:r>
              <a:t/>
            </a:r>
            <a:endParaRPr b="1" sz="1100"/>
          </a:p>
          <a:p>
            <a:pPr indent="0" lvl="0" marL="0" rtl="0" algn="l">
              <a:lnSpc>
                <a:spcPct val="120000"/>
              </a:lnSpc>
              <a:spcBef>
                <a:spcPts val="0"/>
              </a:spcBef>
              <a:spcAft>
                <a:spcPts val="0"/>
              </a:spcAft>
              <a:buSzPts val="3200"/>
              <a:buNone/>
            </a:pPr>
            <a:r>
              <a:rPr lang="en-US" sz="1100"/>
              <a:t>* Devotion</a:t>
            </a:r>
            <a:endParaRPr/>
          </a:p>
          <a:p>
            <a:pPr indent="0" lvl="0" marL="0" rtl="0" algn="l">
              <a:lnSpc>
                <a:spcPct val="120000"/>
              </a:lnSpc>
              <a:spcBef>
                <a:spcPts val="1000"/>
              </a:spcBef>
              <a:spcAft>
                <a:spcPts val="0"/>
              </a:spcAft>
              <a:buSzPts val="3200"/>
              <a:buNone/>
            </a:pPr>
            <a:r>
              <a:rPr lang="en-US" sz="1100"/>
              <a:t>* Commitment</a:t>
            </a:r>
            <a:endParaRPr/>
          </a:p>
          <a:p>
            <a:pPr indent="0" lvl="0" marL="0" rtl="0" algn="l">
              <a:lnSpc>
                <a:spcPct val="120000"/>
              </a:lnSpc>
              <a:spcBef>
                <a:spcPts val="1000"/>
              </a:spcBef>
              <a:spcAft>
                <a:spcPts val="0"/>
              </a:spcAft>
              <a:buSzPts val="3200"/>
              <a:buNone/>
            </a:pPr>
            <a:r>
              <a:rPr lang="en-US" sz="1100"/>
              <a:t>* Enthusiasm</a:t>
            </a:r>
            <a:endParaRPr/>
          </a:p>
          <a:p>
            <a:pPr indent="0" lvl="0" marL="0" rtl="0" algn="l">
              <a:lnSpc>
                <a:spcPct val="120000"/>
              </a:lnSpc>
              <a:spcBef>
                <a:spcPts val="1000"/>
              </a:spcBef>
              <a:spcAft>
                <a:spcPts val="0"/>
              </a:spcAft>
              <a:buSzPts val="3200"/>
              <a:buNone/>
            </a:pPr>
            <a:r>
              <a:rPr lang="en-US" sz="1100"/>
              <a:t>* Energy</a:t>
            </a:r>
            <a:endParaRPr/>
          </a:p>
        </p:txBody>
      </p:sp>
      <p:sp>
        <p:nvSpPr>
          <p:cNvPr id="286" name="Google Shape;286;p11"/>
          <p:cNvSpPr txBox="1"/>
          <p:nvPr>
            <p:ph idx="2" type="body"/>
          </p:nvPr>
        </p:nvSpPr>
        <p:spPr>
          <a:xfrm>
            <a:off x="2630936" y="2458381"/>
            <a:ext cx="1485300" cy="2618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600"/>
              </a:spcBef>
              <a:spcAft>
                <a:spcPts val="0"/>
              </a:spcAft>
              <a:buSzPts val="1100"/>
              <a:buNone/>
            </a:pPr>
            <a:r>
              <a:rPr b="1" lang="en-US"/>
              <a:t>COMPASSION</a:t>
            </a:r>
            <a:endParaRPr/>
          </a:p>
          <a:p>
            <a:pPr indent="0" lvl="0" marL="0" rtl="0" algn="l">
              <a:lnSpc>
                <a:spcPct val="100000"/>
              </a:lnSpc>
              <a:spcBef>
                <a:spcPts val="600"/>
              </a:spcBef>
              <a:spcAft>
                <a:spcPts val="0"/>
              </a:spcAft>
              <a:buSzPts val="1100"/>
              <a:buNone/>
            </a:pPr>
            <a:r>
              <a:t/>
            </a:r>
            <a:endParaRPr/>
          </a:p>
          <a:p>
            <a:pPr indent="0" lvl="0" marL="0" rtl="0" algn="l">
              <a:lnSpc>
                <a:spcPct val="120000"/>
              </a:lnSpc>
              <a:spcBef>
                <a:spcPts val="0"/>
              </a:spcBef>
              <a:spcAft>
                <a:spcPts val="0"/>
              </a:spcAft>
              <a:buSzPts val="1100"/>
              <a:buNone/>
            </a:pPr>
            <a:r>
              <a:rPr lang="en-US" sz="1100"/>
              <a:t>* Kindness</a:t>
            </a:r>
            <a:endParaRPr/>
          </a:p>
          <a:p>
            <a:pPr indent="0" lvl="0" marL="0" rtl="0" algn="l">
              <a:lnSpc>
                <a:spcPct val="120000"/>
              </a:lnSpc>
              <a:spcBef>
                <a:spcPts val="1000"/>
              </a:spcBef>
              <a:spcAft>
                <a:spcPts val="0"/>
              </a:spcAft>
              <a:buSzPts val="1100"/>
              <a:buNone/>
            </a:pPr>
            <a:r>
              <a:rPr lang="en-US" sz="1100"/>
              <a:t>* Generosity</a:t>
            </a:r>
            <a:endParaRPr/>
          </a:p>
          <a:p>
            <a:pPr indent="0" lvl="0" marL="0" rtl="0" algn="l">
              <a:lnSpc>
                <a:spcPct val="120000"/>
              </a:lnSpc>
              <a:spcBef>
                <a:spcPts val="1000"/>
              </a:spcBef>
              <a:spcAft>
                <a:spcPts val="0"/>
              </a:spcAft>
              <a:buSzPts val="1100"/>
              <a:buNone/>
            </a:pPr>
            <a:r>
              <a:rPr lang="en-US" sz="1100"/>
              <a:t>* Selflessness</a:t>
            </a:r>
            <a:endParaRPr/>
          </a:p>
          <a:p>
            <a:pPr indent="0" lvl="0" marL="0" rtl="0" algn="l">
              <a:lnSpc>
                <a:spcPct val="120000"/>
              </a:lnSpc>
              <a:spcBef>
                <a:spcPts val="1000"/>
              </a:spcBef>
              <a:spcAft>
                <a:spcPts val="0"/>
              </a:spcAft>
              <a:buSzPts val="1100"/>
              <a:buNone/>
            </a:pPr>
            <a:r>
              <a:rPr lang="en-US" sz="1100"/>
              <a:t>* Community                awareness</a:t>
            </a:r>
            <a:endParaRPr/>
          </a:p>
        </p:txBody>
      </p:sp>
      <p:sp>
        <p:nvSpPr>
          <p:cNvPr id="287" name="Google Shape;287;p11"/>
          <p:cNvSpPr txBox="1"/>
          <p:nvPr>
            <p:ph idx="3" type="body"/>
          </p:nvPr>
        </p:nvSpPr>
        <p:spPr>
          <a:xfrm>
            <a:off x="4192246" y="2458381"/>
            <a:ext cx="1485300" cy="2618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600"/>
              </a:spcBef>
              <a:spcAft>
                <a:spcPts val="0"/>
              </a:spcAft>
              <a:buSzPts val="1100"/>
              <a:buNone/>
            </a:pPr>
            <a:r>
              <a:rPr b="1" lang="en-US"/>
              <a:t>INTERPERSONAL SKILLS</a:t>
            </a:r>
            <a:endParaRPr/>
          </a:p>
          <a:p>
            <a:pPr indent="0" lvl="0" marL="0" rtl="0" algn="l">
              <a:lnSpc>
                <a:spcPct val="100000"/>
              </a:lnSpc>
              <a:spcBef>
                <a:spcPts val="600"/>
              </a:spcBef>
              <a:spcAft>
                <a:spcPts val="0"/>
              </a:spcAft>
              <a:buSzPts val="1100"/>
              <a:buNone/>
            </a:pPr>
            <a:r>
              <a:t/>
            </a:r>
            <a:endParaRPr b="1"/>
          </a:p>
          <a:p>
            <a:pPr indent="0" lvl="0" marL="0" rtl="0" algn="l">
              <a:lnSpc>
                <a:spcPct val="120000"/>
              </a:lnSpc>
              <a:spcBef>
                <a:spcPts val="0"/>
              </a:spcBef>
              <a:spcAft>
                <a:spcPts val="0"/>
              </a:spcAft>
              <a:buSzPts val="4000"/>
              <a:buNone/>
            </a:pPr>
            <a:r>
              <a:rPr lang="en-US" sz="1100"/>
              <a:t>* Leadership</a:t>
            </a:r>
            <a:endParaRPr/>
          </a:p>
          <a:p>
            <a:pPr indent="0" lvl="0" marL="0" rtl="0" algn="l">
              <a:lnSpc>
                <a:spcPct val="120000"/>
              </a:lnSpc>
              <a:spcBef>
                <a:spcPts val="1000"/>
              </a:spcBef>
              <a:spcAft>
                <a:spcPts val="0"/>
              </a:spcAft>
              <a:buSzPts val="4000"/>
              <a:buNone/>
            </a:pPr>
            <a:r>
              <a:rPr lang="en-US" sz="1100"/>
              <a:t>* Teamwork</a:t>
            </a:r>
            <a:endParaRPr/>
          </a:p>
          <a:p>
            <a:pPr indent="0" lvl="0" marL="0" rtl="0" algn="l">
              <a:lnSpc>
                <a:spcPct val="120000"/>
              </a:lnSpc>
              <a:spcBef>
                <a:spcPts val="1000"/>
              </a:spcBef>
              <a:spcAft>
                <a:spcPts val="0"/>
              </a:spcAft>
              <a:buSzPts val="4000"/>
              <a:buNone/>
            </a:pPr>
            <a:r>
              <a:rPr lang="en-US" sz="1100"/>
              <a:t>* Cooperation</a:t>
            </a:r>
            <a:endParaRPr/>
          </a:p>
          <a:p>
            <a:pPr indent="0" lvl="0" marL="0" rtl="0" algn="l">
              <a:lnSpc>
                <a:spcPct val="100000"/>
              </a:lnSpc>
              <a:spcBef>
                <a:spcPts val="600"/>
              </a:spcBef>
              <a:spcAft>
                <a:spcPts val="0"/>
              </a:spcAft>
              <a:buSzPts val="1100"/>
              <a:buNone/>
            </a:pPr>
            <a:r>
              <a:t/>
            </a:r>
            <a:endParaRPr/>
          </a:p>
        </p:txBody>
      </p:sp>
      <p:sp>
        <p:nvSpPr>
          <p:cNvPr id="288" name="Google Shape;288;p11"/>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US"/>
              <a:t>‹#›</a:t>
            </a:fld>
            <a:endParaRPr/>
          </a:p>
        </p:txBody>
      </p:sp>
      <p:pic>
        <p:nvPicPr>
          <p:cNvPr id="289" name="Google Shape;289;p11"/>
          <p:cNvPicPr preferRelativeResize="0"/>
          <p:nvPr/>
        </p:nvPicPr>
        <p:blipFill rotWithShape="1">
          <a:blip r:embed="rId3">
            <a:alphaModFix/>
          </a:blip>
          <a:srcRect b="0" l="0" r="0" t="0"/>
          <a:stretch/>
        </p:blipFill>
        <p:spPr>
          <a:xfrm>
            <a:off x="6372150" y="1054450"/>
            <a:ext cx="3034500" cy="3034500"/>
          </a:xfrm>
          <a:prstGeom prst="ellipse">
            <a:avLst/>
          </a:prstGeom>
          <a:noFill/>
          <a:ln>
            <a:noFill/>
          </a:ln>
        </p:spPr>
      </p:pic>
      <p:grpSp>
        <p:nvGrpSpPr>
          <p:cNvPr id="290" name="Google Shape;290;p11"/>
          <p:cNvGrpSpPr/>
          <p:nvPr/>
        </p:nvGrpSpPr>
        <p:grpSpPr>
          <a:xfrm>
            <a:off x="5853100" y="3068600"/>
            <a:ext cx="1539600" cy="1539600"/>
            <a:chOff x="6680825" y="2549350"/>
            <a:chExt cx="1539600" cy="1539600"/>
          </a:xfrm>
        </p:grpSpPr>
        <p:sp>
          <p:nvSpPr>
            <p:cNvPr id="291" name="Google Shape;291;p11"/>
            <p:cNvSpPr/>
            <p:nvPr/>
          </p:nvSpPr>
          <p:spPr>
            <a:xfrm>
              <a:off x="6825669" y="2694194"/>
              <a:ext cx="1249800" cy="1249800"/>
            </a:xfrm>
            <a:prstGeom prst="ellipse">
              <a:avLst/>
            </a:prstGeom>
            <a:solidFill>
              <a:srgbClr val="000000">
                <a:alpha val="1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11"/>
            <p:cNvSpPr/>
            <p:nvPr/>
          </p:nvSpPr>
          <p:spPr>
            <a:xfrm>
              <a:off x="6894850" y="2763375"/>
              <a:ext cx="1111200" cy="1111200"/>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11"/>
            <p:cNvSpPr/>
            <p:nvPr/>
          </p:nvSpPr>
          <p:spPr>
            <a:xfrm>
              <a:off x="6680825" y="2549350"/>
              <a:ext cx="1539600" cy="1539600"/>
            </a:xfrm>
            <a:prstGeom prst="donut">
              <a:avLst>
                <a:gd fmla="val 675" name="adj"/>
              </a:avLst>
            </a:prstGeom>
            <a:solidFill>
              <a:srgbClr val="000000">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4" name="Google Shape;294;p11"/>
          <p:cNvGrpSpPr/>
          <p:nvPr/>
        </p:nvGrpSpPr>
        <p:grpSpPr>
          <a:xfrm>
            <a:off x="6405399" y="3676684"/>
            <a:ext cx="435022" cy="323445"/>
            <a:chOff x="5247525" y="3007275"/>
            <a:chExt cx="517575" cy="384825"/>
          </a:xfrm>
        </p:grpSpPr>
        <p:sp>
          <p:nvSpPr>
            <p:cNvPr id="295" name="Google Shape;295;p11"/>
            <p:cNvSpPr/>
            <p:nvPr/>
          </p:nvSpPr>
          <p:spPr>
            <a:xfrm>
              <a:off x="5247525" y="3007275"/>
              <a:ext cx="348900" cy="348900"/>
            </a:xfrm>
            <a:custGeom>
              <a:rect b="b" l="l" r="r" t="t"/>
              <a:pathLst>
                <a:path extrusionOk="0" fill="none" h="13956" w="13956">
                  <a:moveTo>
                    <a:pt x="13323" y="5772"/>
                  </a:moveTo>
                  <a:lnTo>
                    <a:pt x="11861" y="5626"/>
                  </a:lnTo>
                  <a:lnTo>
                    <a:pt x="11861" y="5626"/>
                  </a:lnTo>
                  <a:lnTo>
                    <a:pt x="11788" y="5334"/>
                  </a:lnTo>
                  <a:lnTo>
                    <a:pt x="11667" y="5042"/>
                  </a:lnTo>
                  <a:lnTo>
                    <a:pt x="11545" y="4750"/>
                  </a:lnTo>
                  <a:lnTo>
                    <a:pt x="11399" y="4482"/>
                  </a:lnTo>
                  <a:lnTo>
                    <a:pt x="12300" y="3337"/>
                  </a:lnTo>
                  <a:lnTo>
                    <a:pt x="12300" y="3337"/>
                  </a:lnTo>
                  <a:lnTo>
                    <a:pt x="12373" y="3240"/>
                  </a:lnTo>
                  <a:lnTo>
                    <a:pt x="12422" y="3118"/>
                  </a:lnTo>
                  <a:lnTo>
                    <a:pt x="12446" y="2996"/>
                  </a:lnTo>
                  <a:lnTo>
                    <a:pt x="12446" y="2850"/>
                  </a:lnTo>
                  <a:lnTo>
                    <a:pt x="12422" y="2728"/>
                  </a:lnTo>
                  <a:lnTo>
                    <a:pt x="12397" y="2606"/>
                  </a:lnTo>
                  <a:lnTo>
                    <a:pt x="12324" y="2485"/>
                  </a:lnTo>
                  <a:lnTo>
                    <a:pt x="12251" y="2387"/>
                  </a:lnTo>
                  <a:lnTo>
                    <a:pt x="11569" y="1705"/>
                  </a:lnTo>
                  <a:lnTo>
                    <a:pt x="11569" y="1705"/>
                  </a:lnTo>
                  <a:lnTo>
                    <a:pt x="11472" y="1632"/>
                  </a:lnTo>
                  <a:lnTo>
                    <a:pt x="11350" y="1559"/>
                  </a:lnTo>
                  <a:lnTo>
                    <a:pt x="11228" y="1510"/>
                  </a:lnTo>
                  <a:lnTo>
                    <a:pt x="11106" y="1510"/>
                  </a:lnTo>
                  <a:lnTo>
                    <a:pt x="10960" y="1510"/>
                  </a:lnTo>
                  <a:lnTo>
                    <a:pt x="10838" y="1535"/>
                  </a:lnTo>
                  <a:lnTo>
                    <a:pt x="10717" y="1583"/>
                  </a:lnTo>
                  <a:lnTo>
                    <a:pt x="10619" y="1656"/>
                  </a:lnTo>
                  <a:lnTo>
                    <a:pt x="9475" y="2558"/>
                  </a:lnTo>
                  <a:lnTo>
                    <a:pt x="9475" y="2558"/>
                  </a:lnTo>
                  <a:lnTo>
                    <a:pt x="9207" y="2411"/>
                  </a:lnTo>
                  <a:lnTo>
                    <a:pt x="8914" y="2290"/>
                  </a:lnTo>
                  <a:lnTo>
                    <a:pt x="8622" y="2168"/>
                  </a:lnTo>
                  <a:lnTo>
                    <a:pt x="8330" y="2070"/>
                  </a:lnTo>
                  <a:lnTo>
                    <a:pt x="8159" y="634"/>
                  </a:lnTo>
                  <a:lnTo>
                    <a:pt x="8159" y="634"/>
                  </a:lnTo>
                  <a:lnTo>
                    <a:pt x="8135" y="512"/>
                  </a:lnTo>
                  <a:lnTo>
                    <a:pt x="8086" y="390"/>
                  </a:lnTo>
                  <a:lnTo>
                    <a:pt x="8013" y="293"/>
                  </a:lnTo>
                  <a:lnTo>
                    <a:pt x="7940" y="195"/>
                  </a:lnTo>
                  <a:lnTo>
                    <a:pt x="7818" y="122"/>
                  </a:lnTo>
                  <a:lnTo>
                    <a:pt x="7721" y="49"/>
                  </a:lnTo>
                  <a:lnTo>
                    <a:pt x="7575" y="25"/>
                  </a:lnTo>
                  <a:lnTo>
                    <a:pt x="7453" y="0"/>
                  </a:lnTo>
                  <a:lnTo>
                    <a:pt x="6479" y="0"/>
                  </a:lnTo>
                  <a:lnTo>
                    <a:pt x="6479" y="0"/>
                  </a:lnTo>
                  <a:lnTo>
                    <a:pt x="6357" y="25"/>
                  </a:lnTo>
                  <a:lnTo>
                    <a:pt x="6235" y="49"/>
                  </a:lnTo>
                  <a:lnTo>
                    <a:pt x="6114" y="122"/>
                  </a:lnTo>
                  <a:lnTo>
                    <a:pt x="6016" y="195"/>
                  </a:lnTo>
                  <a:lnTo>
                    <a:pt x="5919" y="293"/>
                  </a:lnTo>
                  <a:lnTo>
                    <a:pt x="5846" y="390"/>
                  </a:lnTo>
                  <a:lnTo>
                    <a:pt x="5797" y="512"/>
                  </a:lnTo>
                  <a:lnTo>
                    <a:pt x="5773" y="634"/>
                  </a:lnTo>
                  <a:lnTo>
                    <a:pt x="5602" y="2070"/>
                  </a:lnTo>
                  <a:lnTo>
                    <a:pt x="5602" y="2070"/>
                  </a:lnTo>
                  <a:lnTo>
                    <a:pt x="5310" y="2168"/>
                  </a:lnTo>
                  <a:lnTo>
                    <a:pt x="5018" y="2290"/>
                  </a:lnTo>
                  <a:lnTo>
                    <a:pt x="4750" y="2411"/>
                  </a:lnTo>
                  <a:lnTo>
                    <a:pt x="4482" y="2558"/>
                  </a:lnTo>
                  <a:lnTo>
                    <a:pt x="3337" y="1656"/>
                  </a:lnTo>
                  <a:lnTo>
                    <a:pt x="3337" y="1656"/>
                  </a:lnTo>
                  <a:lnTo>
                    <a:pt x="3215" y="1583"/>
                  </a:lnTo>
                  <a:lnTo>
                    <a:pt x="3094" y="1535"/>
                  </a:lnTo>
                  <a:lnTo>
                    <a:pt x="2972" y="1510"/>
                  </a:lnTo>
                  <a:lnTo>
                    <a:pt x="2850" y="1510"/>
                  </a:lnTo>
                  <a:lnTo>
                    <a:pt x="2728" y="1510"/>
                  </a:lnTo>
                  <a:lnTo>
                    <a:pt x="2582" y="1559"/>
                  </a:lnTo>
                  <a:lnTo>
                    <a:pt x="2485" y="1632"/>
                  </a:lnTo>
                  <a:lnTo>
                    <a:pt x="2387" y="1705"/>
                  </a:lnTo>
                  <a:lnTo>
                    <a:pt x="1705" y="2387"/>
                  </a:lnTo>
                  <a:lnTo>
                    <a:pt x="1705" y="2387"/>
                  </a:lnTo>
                  <a:lnTo>
                    <a:pt x="1608" y="2485"/>
                  </a:lnTo>
                  <a:lnTo>
                    <a:pt x="1559" y="2606"/>
                  </a:lnTo>
                  <a:lnTo>
                    <a:pt x="1511" y="2728"/>
                  </a:lnTo>
                  <a:lnTo>
                    <a:pt x="1486" y="2850"/>
                  </a:lnTo>
                  <a:lnTo>
                    <a:pt x="1486" y="2996"/>
                  </a:lnTo>
                  <a:lnTo>
                    <a:pt x="1511" y="3118"/>
                  </a:lnTo>
                  <a:lnTo>
                    <a:pt x="1559" y="3240"/>
                  </a:lnTo>
                  <a:lnTo>
                    <a:pt x="1632" y="3337"/>
                  </a:lnTo>
                  <a:lnTo>
                    <a:pt x="2533" y="4482"/>
                  </a:lnTo>
                  <a:lnTo>
                    <a:pt x="2533" y="4482"/>
                  </a:lnTo>
                  <a:lnTo>
                    <a:pt x="2387" y="4750"/>
                  </a:lnTo>
                  <a:lnTo>
                    <a:pt x="2266" y="5042"/>
                  </a:lnTo>
                  <a:lnTo>
                    <a:pt x="2168" y="5334"/>
                  </a:lnTo>
                  <a:lnTo>
                    <a:pt x="2071" y="5626"/>
                  </a:lnTo>
                  <a:lnTo>
                    <a:pt x="634" y="5772"/>
                  </a:lnTo>
                  <a:lnTo>
                    <a:pt x="634" y="5772"/>
                  </a:lnTo>
                  <a:lnTo>
                    <a:pt x="512" y="5821"/>
                  </a:lnTo>
                  <a:lnTo>
                    <a:pt x="390" y="5870"/>
                  </a:lnTo>
                  <a:lnTo>
                    <a:pt x="268" y="5943"/>
                  </a:lnTo>
                  <a:lnTo>
                    <a:pt x="171" y="6016"/>
                  </a:lnTo>
                  <a:lnTo>
                    <a:pt x="98" y="6138"/>
                  </a:lnTo>
                  <a:lnTo>
                    <a:pt x="49" y="6235"/>
                  </a:lnTo>
                  <a:lnTo>
                    <a:pt x="1" y="6381"/>
                  </a:lnTo>
                  <a:lnTo>
                    <a:pt x="1" y="6503"/>
                  </a:lnTo>
                  <a:lnTo>
                    <a:pt x="1" y="7453"/>
                  </a:lnTo>
                  <a:lnTo>
                    <a:pt x="1" y="7453"/>
                  </a:lnTo>
                  <a:lnTo>
                    <a:pt x="1" y="7599"/>
                  </a:lnTo>
                  <a:lnTo>
                    <a:pt x="49" y="7721"/>
                  </a:lnTo>
                  <a:lnTo>
                    <a:pt x="98" y="7843"/>
                  </a:lnTo>
                  <a:lnTo>
                    <a:pt x="171" y="7940"/>
                  </a:lnTo>
                  <a:lnTo>
                    <a:pt x="268" y="8037"/>
                  </a:lnTo>
                  <a:lnTo>
                    <a:pt x="390" y="8111"/>
                  </a:lnTo>
                  <a:lnTo>
                    <a:pt x="512" y="8159"/>
                  </a:lnTo>
                  <a:lnTo>
                    <a:pt x="634" y="8184"/>
                  </a:lnTo>
                  <a:lnTo>
                    <a:pt x="2071" y="8354"/>
                  </a:lnTo>
                  <a:lnTo>
                    <a:pt x="2071" y="8354"/>
                  </a:lnTo>
                  <a:lnTo>
                    <a:pt x="2168" y="8646"/>
                  </a:lnTo>
                  <a:lnTo>
                    <a:pt x="2266" y="8914"/>
                  </a:lnTo>
                  <a:lnTo>
                    <a:pt x="2387" y="9206"/>
                  </a:lnTo>
                  <a:lnTo>
                    <a:pt x="2533" y="9474"/>
                  </a:lnTo>
                  <a:lnTo>
                    <a:pt x="1632" y="10619"/>
                  </a:lnTo>
                  <a:lnTo>
                    <a:pt x="1632" y="10619"/>
                  </a:lnTo>
                  <a:lnTo>
                    <a:pt x="1559" y="10741"/>
                  </a:lnTo>
                  <a:lnTo>
                    <a:pt x="1511" y="10863"/>
                  </a:lnTo>
                  <a:lnTo>
                    <a:pt x="1486" y="10984"/>
                  </a:lnTo>
                  <a:lnTo>
                    <a:pt x="1486" y="11106"/>
                  </a:lnTo>
                  <a:lnTo>
                    <a:pt x="1511" y="11228"/>
                  </a:lnTo>
                  <a:lnTo>
                    <a:pt x="1559" y="11350"/>
                  </a:lnTo>
                  <a:lnTo>
                    <a:pt x="1608" y="11472"/>
                  </a:lnTo>
                  <a:lnTo>
                    <a:pt x="1705" y="11569"/>
                  </a:lnTo>
                  <a:lnTo>
                    <a:pt x="2387" y="12251"/>
                  </a:lnTo>
                  <a:lnTo>
                    <a:pt x="2387" y="12251"/>
                  </a:lnTo>
                  <a:lnTo>
                    <a:pt x="2485" y="12348"/>
                  </a:lnTo>
                  <a:lnTo>
                    <a:pt x="2582" y="12397"/>
                  </a:lnTo>
                  <a:lnTo>
                    <a:pt x="2728" y="12446"/>
                  </a:lnTo>
                  <a:lnTo>
                    <a:pt x="2850" y="12470"/>
                  </a:lnTo>
                  <a:lnTo>
                    <a:pt x="2972" y="12470"/>
                  </a:lnTo>
                  <a:lnTo>
                    <a:pt x="3094" y="12421"/>
                  </a:lnTo>
                  <a:lnTo>
                    <a:pt x="3215" y="12373"/>
                  </a:lnTo>
                  <a:lnTo>
                    <a:pt x="3337" y="12324"/>
                  </a:lnTo>
                  <a:lnTo>
                    <a:pt x="4482" y="11423"/>
                  </a:lnTo>
                  <a:lnTo>
                    <a:pt x="4482" y="11423"/>
                  </a:lnTo>
                  <a:lnTo>
                    <a:pt x="4750" y="11545"/>
                  </a:lnTo>
                  <a:lnTo>
                    <a:pt x="5018" y="11691"/>
                  </a:lnTo>
                  <a:lnTo>
                    <a:pt x="5310" y="11788"/>
                  </a:lnTo>
                  <a:lnTo>
                    <a:pt x="5602" y="11886"/>
                  </a:lnTo>
                  <a:lnTo>
                    <a:pt x="5773" y="13322"/>
                  </a:lnTo>
                  <a:lnTo>
                    <a:pt x="5773" y="13322"/>
                  </a:lnTo>
                  <a:lnTo>
                    <a:pt x="5797" y="13444"/>
                  </a:lnTo>
                  <a:lnTo>
                    <a:pt x="5846" y="13566"/>
                  </a:lnTo>
                  <a:lnTo>
                    <a:pt x="5919" y="13688"/>
                  </a:lnTo>
                  <a:lnTo>
                    <a:pt x="6016" y="13785"/>
                  </a:lnTo>
                  <a:lnTo>
                    <a:pt x="6114" y="13858"/>
                  </a:lnTo>
                  <a:lnTo>
                    <a:pt x="6235" y="13907"/>
                  </a:lnTo>
                  <a:lnTo>
                    <a:pt x="6357" y="13956"/>
                  </a:lnTo>
                  <a:lnTo>
                    <a:pt x="6479" y="13956"/>
                  </a:lnTo>
                  <a:lnTo>
                    <a:pt x="7453" y="13956"/>
                  </a:lnTo>
                  <a:lnTo>
                    <a:pt x="7453" y="13956"/>
                  </a:lnTo>
                  <a:lnTo>
                    <a:pt x="7575" y="13956"/>
                  </a:lnTo>
                  <a:lnTo>
                    <a:pt x="7721" y="13907"/>
                  </a:lnTo>
                  <a:lnTo>
                    <a:pt x="7818" y="13858"/>
                  </a:lnTo>
                  <a:lnTo>
                    <a:pt x="7940" y="13785"/>
                  </a:lnTo>
                  <a:lnTo>
                    <a:pt x="8013" y="13688"/>
                  </a:lnTo>
                  <a:lnTo>
                    <a:pt x="8086" y="13566"/>
                  </a:lnTo>
                  <a:lnTo>
                    <a:pt x="8135" y="13444"/>
                  </a:lnTo>
                  <a:lnTo>
                    <a:pt x="8159" y="13322"/>
                  </a:lnTo>
                  <a:lnTo>
                    <a:pt x="8330" y="11886"/>
                  </a:lnTo>
                  <a:lnTo>
                    <a:pt x="8330" y="11886"/>
                  </a:lnTo>
                  <a:lnTo>
                    <a:pt x="8622" y="11788"/>
                  </a:lnTo>
                  <a:lnTo>
                    <a:pt x="8914" y="11691"/>
                  </a:lnTo>
                  <a:lnTo>
                    <a:pt x="9207" y="11545"/>
                  </a:lnTo>
                  <a:lnTo>
                    <a:pt x="9475" y="11423"/>
                  </a:lnTo>
                  <a:lnTo>
                    <a:pt x="10619" y="12324"/>
                  </a:lnTo>
                  <a:lnTo>
                    <a:pt x="10619" y="12324"/>
                  </a:lnTo>
                  <a:lnTo>
                    <a:pt x="10717" y="12373"/>
                  </a:lnTo>
                  <a:lnTo>
                    <a:pt x="10838" y="12421"/>
                  </a:lnTo>
                  <a:lnTo>
                    <a:pt x="10960" y="12470"/>
                  </a:lnTo>
                  <a:lnTo>
                    <a:pt x="11106" y="12470"/>
                  </a:lnTo>
                  <a:lnTo>
                    <a:pt x="11228" y="12446"/>
                  </a:lnTo>
                  <a:lnTo>
                    <a:pt x="11350" y="12397"/>
                  </a:lnTo>
                  <a:lnTo>
                    <a:pt x="11472" y="12348"/>
                  </a:lnTo>
                  <a:lnTo>
                    <a:pt x="11569" y="12251"/>
                  </a:lnTo>
                  <a:lnTo>
                    <a:pt x="12251" y="11569"/>
                  </a:lnTo>
                  <a:lnTo>
                    <a:pt x="12251" y="11569"/>
                  </a:lnTo>
                  <a:lnTo>
                    <a:pt x="12324" y="11472"/>
                  </a:lnTo>
                  <a:lnTo>
                    <a:pt x="12397" y="11350"/>
                  </a:lnTo>
                  <a:lnTo>
                    <a:pt x="12422" y="11228"/>
                  </a:lnTo>
                  <a:lnTo>
                    <a:pt x="12446" y="11106"/>
                  </a:lnTo>
                  <a:lnTo>
                    <a:pt x="12446" y="10984"/>
                  </a:lnTo>
                  <a:lnTo>
                    <a:pt x="12422" y="10863"/>
                  </a:lnTo>
                  <a:lnTo>
                    <a:pt x="12373" y="10741"/>
                  </a:lnTo>
                  <a:lnTo>
                    <a:pt x="12300" y="10619"/>
                  </a:lnTo>
                  <a:lnTo>
                    <a:pt x="11399" y="9474"/>
                  </a:lnTo>
                  <a:lnTo>
                    <a:pt x="11399" y="9474"/>
                  </a:lnTo>
                  <a:lnTo>
                    <a:pt x="11545" y="9206"/>
                  </a:lnTo>
                  <a:lnTo>
                    <a:pt x="11667" y="8914"/>
                  </a:lnTo>
                  <a:lnTo>
                    <a:pt x="11788" y="8646"/>
                  </a:lnTo>
                  <a:lnTo>
                    <a:pt x="11861" y="8354"/>
                  </a:lnTo>
                  <a:lnTo>
                    <a:pt x="13323" y="8184"/>
                  </a:lnTo>
                  <a:lnTo>
                    <a:pt x="13323" y="8184"/>
                  </a:lnTo>
                  <a:lnTo>
                    <a:pt x="13444" y="8159"/>
                  </a:lnTo>
                  <a:lnTo>
                    <a:pt x="13566" y="8111"/>
                  </a:lnTo>
                  <a:lnTo>
                    <a:pt x="13664" y="8037"/>
                  </a:lnTo>
                  <a:lnTo>
                    <a:pt x="13761" y="7940"/>
                  </a:lnTo>
                  <a:lnTo>
                    <a:pt x="13834" y="7843"/>
                  </a:lnTo>
                  <a:lnTo>
                    <a:pt x="13907" y="7721"/>
                  </a:lnTo>
                  <a:lnTo>
                    <a:pt x="13932" y="7599"/>
                  </a:lnTo>
                  <a:lnTo>
                    <a:pt x="13956" y="7453"/>
                  </a:lnTo>
                  <a:lnTo>
                    <a:pt x="13956" y="6503"/>
                  </a:lnTo>
                  <a:lnTo>
                    <a:pt x="13956" y="6503"/>
                  </a:lnTo>
                  <a:lnTo>
                    <a:pt x="13932" y="6381"/>
                  </a:lnTo>
                  <a:lnTo>
                    <a:pt x="13907" y="6235"/>
                  </a:lnTo>
                  <a:lnTo>
                    <a:pt x="13834" y="6138"/>
                  </a:lnTo>
                  <a:lnTo>
                    <a:pt x="13761" y="6016"/>
                  </a:lnTo>
                  <a:lnTo>
                    <a:pt x="13664" y="5943"/>
                  </a:lnTo>
                  <a:lnTo>
                    <a:pt x="13566" y="5870"/>
                  </a:lnTo>
                  <a:lnTo>
                    <a:pt x="13444" y="5821"/>
                  </a:lnTo>
                  <a:lnTo>
                    <a:pt x="13323" y="5772"/>
                  </a:lnTo>
                  <a:lnTo>
                    <a:pt x="13323" y="5772"/>
                  </a:lnTo>
                  <a:close/>
                  <a:moveTo>
                    <a:pt x="8573" y="8598"/>
                  </a:moveTo>
                  <a:lnTo>
                    <a:pt x="8573" y="8598"/>
                  </a:lnTo>
                  <a:lnTo>
                    <a:pt x="8403" y="8744"/>
                  </a:lnTo>
                  <a:lnTo>
                    <a:pt x="8232" y="8890"/>
                  </a:lnTo>
                  <a:lnTo>
                    <a:pt x="8038" y="8987"/>
                  </a:lnTo>
                  <a:lnTo>
                    <a:pt x="7818" y="9085"/>
                  </a:lnTo>
                  <a:lnTo>
                    <a:pt x="7624" y="9158"/>
                  </a:lnTo>
                  <a:lnTo>
                    <a:pt x="7404" y="9206"/>
                  </a:lnTo>
                  <a:lnTo>
                    <a:pt x="7185" y="9231"/>
                  </a:lnTo>
                  <a:lnTo>
                    <a:pt x="6966" y="9255"/>
                  </a:lnTo>
                  <a:lnTo>
                    <a:pt x="6747" y="9231"/>
                  </a:lnTo>
                  <a:lnTo>
                    <a:pt x="6528" y="9206"/>
                  </a:lnTo>
                  <a:lnTo>
                    <a:pt x="6333" y="9158"/>
                  </a:lnTo>
                  <a:lnTo>
                    <a:pt x="6114" y="9085"/>
                  </a:lnTo>
                  <a:lnTo>
                    <a:pt x="5919" y="8987"/>
                  </a:lnTo>
                  <a:lnTo>
                    <a:pt x="5724" y="8890"/>
                  </a:lnTo>
                  <a:lnTo>
                    <a:pt x="5529" y="8744"/>
                  </a:lnTo>
                  <a:lnTo>
                    <a:pt x="5359" y="8598"/>
                  </a:lnTo>
                  <a:lnTo>
                    <a:pt x="5359" y="8598"/>
                  </a:lnTo>
                  <a:lnTo>
                    <a:pt x="5212" y="8427"/>
                  </a:lnTo>
                  <a:lnTo>
                    <a:pt x="5066" y="8232"/>
                  </a:lnTo>
                  <a:lnTo>
                    <a:pt x="4969" y="8037"/>
                  </a:lnTo>
                  <a:lnTo>
                    <a:pt x="4871" y="7843"/>
                  </a:lnTo>
                  <a:lnTo>
                    <a:pt x="4798" y="7623"/>
                  </a:lnTo>
                  <a:lnTo>
                    <a:pt x="4750" y="7404"/>
                  </a:lnTo>
                  <a:lnTo>
                    <a:pt x="4701" y="7209"/>
                  </a:lnTo>
                  <a:lnTo>
                    <a:pt x="4701" y="6990"/>
                  </a:lnTo>
                  <a:lnTo>
                    <a:pt x="4701" y="6771"/>
                  </a:lnTo>
                  <a:lnTo>
                    <a:pt x="4750" y="6552"/>
                  </a:lnTo>
                  <a:lnTo>
                    <a:pt x="4798" y="6333"/>
                  </a:lnTo>
                  <a:lnTo>
                    <a:pt x="4871" y="6138"/>
                  </a:lnTo>
                  <a:lnTo>
                    <a:pt x="4969" y="5919"/>
                  </a:lnTo>
                  <a:lnTo>
                    <a:pt x="5066" y="5724"/>
                  </a:lnTo>
                  <a:lnTo>
                    <a:pt x="5212" y="5553"/>
                  </a:lnTo>
                  <a:lnTo>
                    <a:pt x="5359" y="5383"/>
                  </a:lnTo>
                  <a:lnTo>
                    <a:pt x="5359" y="5383"/>
                  </a:lnTo>
                  <a:lnTo>
                    <a:pt x="5529" y="5212"/>
                  </a:lnTo>
                  <a:lnTo>
                    <a:pt x="5724" y="5091"/>
                  </a:lnTo>
                  <a:lnTo>
                    <a:pt x="5919" y="4969"/>
                  </a:lnTo>
                  <a:lnTo>
                    <a:pt x="6114" y="4871"/>
                  </a:lnTo>
                  <a:lnTo>
                    <a:pt x="6333" y="4798"/>
                  </a:lnTo>
                  <a:lnTo>
                    <a:pt x="6528" y="4750"/>
                  </a:lnTo>
                  <a:lnTo>
                    <a:pt x="6747" y="4725"/>
                  </a:lnTo>
                  <a:lnTo>
                    <a:pt x="6966" y="4701"/>
                  </a:lnTo>
                  <a:lnTo>
                    <a:pt x="7185" y="4725"/>
                  </a:lnTo>
                  <a:lnTo>
                    <a:pt x="7404" y="4750"/>
                  </a:lnTo>
                  <a:lnTo>
                    <a:pt x="7624" y="4798"/>
                  </a:lnTo>
                  <a:lnTo>
                    <a:pt x="7818" y="4871"/>
                  </a:lnTo>
                  <a:lnTo>
                    <a:pt x="8038" y="4969"/>
                  </a:lnTo>
                  <a:lnTo>
                    <a:pt x="8232" y="5091"/>
                  </a:lnTo>
                  <a:lnTo>
                    <a:pt x="8403" y="5212"/>
                  </a:lnTo>
                  <a:lnTo>
                    <a:pt x="8573" y="5383"/>
                  </a:lnTo>
                  <a:lnTo>
                    <a:pt x="8573" y="5383"/>
                  </a:lnTo>
                  <a:lnTo>
                    <a:pt x="8744" y="5553"/>
                  </a:lnTo>
                  <a:lnTo>
                    <a:pt x="8866" y="5724"/>
                  </a:lnTo>
                  <a:lnTo>
                    <a:pt x="8987" y="5919"/>
                  </a:lnTo>
                  <a:lnTo>
                    <a:pt x="9085" y="6138"/>
                  </a:lnTo>
                  <a:lnTo>
                    <a:pt x="9158" y="6333"/>
                  </a:lnTo>
                  <a:lnTo>
                    <a:pt x="9207" y="6552"/>
                  </a:lnTo>
                  <a:lnTo>
                    <a:pt x="9231" y="6771"/>
                  </a:lnTo>
                  <a:lnTo>
                    <a:pt x="9231" y="6990"/>
                  </a:lnTo>
                  <a:lnTo>
                    <a:pt x="9231" y="7209"/>
                  </a:lnTo>
                  <a:lnTo>
                    <a:pt x="9207" y="7404"/>
                  </a:lnTo>
                  <a:lnTo>
                    <a:pt x="9158" y="7623"/>
                  </a:lnTo>
                  <a:lnTo>
                    <a:pt x="9085" y="7843"/>
                  </a:lnTo>
                  <a:lnTo>
                    <a:pt x="8987" y="8037"/>
                  </a:lnTo>
                  <a:lnTo>
                    <a:pt x="8866" y="8232"/>
                  </a:lnTo>
                  <a:lnTo>
                    <a:pt x="8744" y="8427"/>
                  </a:lnTo>
                  <a:lnTo>
                    <a:pt x="8573" y="8598"/>
                  </a:lnTo>
                  <a:lnTo>
                    <a:pt x="8573" y="8598"/>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1"/>
            <p:cNvSpPr/>
            <p:nvPr/>
          </p:nvSpPr>
          <p:spPr>
            <a:xfrm>
              <a:off x="5566575" y="3193575"/>
              <a:ext cx="198525" cy="198525"/>
            </a:xfrm>
            <a:custGeom>
              <a:rect b="b" l="l" r="r" t="t"/>
              <a:pathLst>
                <a:path extrusionOk="0" fill="none" h="7941" w="7941">
                  <a:moveTo>
                    <a:pt x="7258" y="2144"/>
                  </a:moveTo>
                  <a:lnTo>
                    <a:pt x="6138" y="2388"/>
                  </a:lnTo>
                  <a:lnTo>
                    <a:pt x="6138" y="2388"/>
                  </a:lnTo>
                  <a:lnTo>
                    <a:pt x="6016" y="2217"/>
                  </a:lnTo>
                  <a:lnTo>
                    <a:pt x="5870" y="2071"/>
                  </a:lnTo>
                  <a:lnTo>
                    <a:pt x="6260" y="975"/>
                  </a:lnTo>
                  <a:lnTo>
                    <a:pt x="6260" y="975"/>
                  </a:lnTo>
                  <a:lnTo>
                    <a:pt x="6284" y="902"/>
                  </a:lnTo>
                  <a:lnTo>
                    <a:pt x="6284" y="829"/>
                  </a:lnTo>
                  <a:lnTo>
                    <a:pt x="6260" y="683"/>
                  </a:lnTo>
                  <a:lnTo>
                    <a:pt x="6162" y="561"/>
                  </a:lnTo>
                  <a:lnTo>
                    <a:pt x="6114" y="488"/>
                  </a:lnTo>
                  <a:lnTo>
                    <a:pt x="6065" y="464"/>
                  </a:lnTo>
                  <a:lnTo>
                    <a:pt x="5553" y="196"/>
                  </a:lnTo>
                  <a:lnTo>
                    <a:pt x="5553" y="196"/>
                  </a:lnTo>
                  <a:lnTo>
                    <a:pt x="5480" y="171"/>
                  </a:lnTo>
                  <a:lnTo>
                    <a:pt x="5407" y="171"/>
                  </a:lnTo>
                  <a:lnTo>
                    <a:pt x="5261" y="171"/>
                  </a:lnTo>
                  <a:lnTo>
                    <a:pt x="5115" y="244"/>
                  </a:lnTo>
                  <a:lnTo>
                    <a:pt x="5066" y="293"/>
                  </a:lnTo>
                  <a:lnTo>
                    <a:pt x="5018" y="342"/>
                  </a:lnTo>
                  <a:lnTo>
                    <a:pt x="4384" y="1316"/>
                  </a:lnTo>
                  <a:lnTo>
                    <a:pt x="4384" y="1316"/>
                  </a:lnTo>
                  <a:lnTo>
                    <a:pt x="4165" y="1292"/>
                  </a:lnTo>
                  <a:lnTo>
                    <a:pt x="3970" y="1292"/>
                  </a:lnTo>
                  <a:lnTo>
                    <a:pt x="3483" y="244"/>
                  </a:lnTo>
                  <a:lnTo>
                    <a:pt x="3483" y="244"/>
                  </a:lnTo>
                  <a:lnTo>
                    <a:pt x="3435" y="171"/>
                  </a:lnTo>
                  <a:lnTo>
                    <a:pt x="3386" y="123"/>
                  </a:lnTo>
                  <a:lnTo>
                    <a:pt x="3264" y="50"/>
                  </a:lnTo>
                  <a:lnTo>
                    <a:pt x="3118" y="1"/>
                  </a:lnTo>
                  <a:lnTo>
                    <a:pt x="3045" y="1"/>
                  </a:lnTo>
                  <a:lnTo>
                    <a:pt x="2972" y="25"/>
                  </a:lnTo>
                  <a:lnTo>
                    <a:pt x="2436" y="196"/>
                  </a:lnTo>
                  <a:lnTo>
                    <a:pt x="2436" y="196"/>
                  </a:lnTo>
                  <a:lnTo>
                    <a:pt x="2363" y="220"/>
                  </a:lnTo>
                  <a:lnTo>
                    <a:pt x="2290" y="269"/>
                  </a:lnTo>
                  <a:lnTo>
                    <a:pt x="2192" y="391"/>
                  </a:lnTo>
                  <a:lnTo>
                    <a:pt x="2144" y="537"/>
                  </a:lnTo>
                  <a:lnTo>
                    <a:pt x="2144" y="610"/>
                  </a:lnTo>
                  <a:lnTo>
                    <a:pt x="2144" y="683"/>
                  </a:lnTo>
                  <a:lnTo>
                    <a:pt x="2387" y="1828"/>
                  </a:lnTo>
                  <a:lnTo>
                    <a:pt x="2387" y="1828"/>
                  </a:lnTo>
                  <a:lnTo>
                    <a:pt x="2217" y="1949"/>
                  </a:lnTo>
                  <a:lnTo>
                    <a:pt x="2071" y="2095"/>
                  </a:lnTo>
                  <a:lnTo>
                    <a:pt x="999" y="1681"/>
                  </a:lnTo>
                  <a:lnTo>
                    <a:pt x="999" y="1681"/>
                  </a:lnTo>
                  <a:lnTo>
                    <a:pt x="926" y="1681"/>
                  </a:lnTo>
                  <a:lnTo>
                    <a:pt x="829" y="1657"/>
                  </a:lnTo>
                  <a:lnTo>
                    <a:pt x="682" y="1706"/>
                  </a:lnTo>
                  <a:lnTo>
                    <a:pt x="561" y="1779"/>
                  </a:lnTo>
                  <a:lnTo>
                    <a:pt x="512" y="1828"/>
                  </a:lnTo>
                  <a:lnTo>
                    <a:pt x="463" y="1901"/>
                  </a:lnTo>
                  <a:lnTo>
                    <a:pt x="220" y="2388"/>
                  </a:lnTo>
                  <a:lnTo>
                    <a:pt x="220" y="2388"/>
                  </a:lnTo>
                  <a:lnTo>
                    <a:pt x="195" y="2461"/>
                  </a:lnTo>
                  <a:lnTo>
                    <a:pt x="171" y="2534"/>
                  </a:lnTo>
                  <a:lnTo>
                    <a:pt x="195" y="2704"/>
                  </a:lnTo>
                  <a:lnTo>
                    <a:pt x="244" y="2826"/>
                  </a:lnTo>
                  <a:lnTo>
                    <a:pt x="293" y="2899"/>
                  </a:lnTo>
                  <a:lnTo>
                    <a:pt x="366" y="2948"/>
                  </a:lnTo>
                  <a:lnTo>
                    <a:pt x="1340" y="3581"/>
                  </a:lnTo>
                  <a:lnTo>
                    <a:pt x="1340" y="3581"/>
                  </a:lnTo>
                  <a:lnTo>
                    <a:pt x="1316" y="3776"/>
                  </a:lnTo>
                  <a:lnTo>
                    <a:pt x="1291" y="3995"/>
                  </a:lnTo>
                  <a:lnTo>
                    <a:pt x="244" y="4482"/>
                  </a:lnTo>
                  <a:lnTo>
                    <a:pt x="244" y="4482"/>
                  </a:lnTo>
                  <a:lnTo>
                    <a:pt x="195" y="4507"/>
                  </a:lnTo>
                  <a:lnTo>
                    <a:pt x="122" y="4555"/>
                  </a:lnTo>
                  <a:lnTo>
                    <a:pt x="49" y="4701"/>
                  </a:lnTo>
                  <a:lnTo>
                    <a:pt x="0" y="4848"/>
                  </a:lnTo>
                  <a:lnTo>
                    <a:pt x="25" y="4921"/>
                  </a:lnTo>
                  <a:lnTo>
                    <a:pt x="25" y="4994"/>
                  </a:lnTo>
                  <a:lnTo>
                    <a:pt x="220" y="5530"/>
                  </a:lnTo>
                  <a:lnTo>
                    <a:pt x="220" y="5530"/>
                  </a:lnTo>
                  <a:lnTo>
                    <a:pt x="244" y="5578"/>
                  </a:lnTo>
                  <a:lnTo>
                    <a:pt x="293" y="5651"/>
                  </a:lnTo>
                  <a:lnTo>
                    <a:pt x="390" y="5749"/>
                  </a:lnTo>
                  <a:lnTo>
                    <a:pt x="536" y="5797"/>
                  </a:lnTo>
                  <a:lnTo>
                    <a:pt x="609" y="5797"/>
                  </a:lnTo>
                  <a:lnTo>
                    <a:pt x="682" y="5797"/>
                  </a:lnTo>
                  <a:lnTo>
                    <a:pt x="1827" y="5554"/>
                  </a:lnTo>
                  <a:lnTo>
                    <a:pt x="1827" y="5554"/>
                  </a:lnTo>
                  <a:lnTo>
                    <a:pt x="1949" y="5724"/>
                  </a:lnTo>
                  <a:lnTo>
                    <a:pt x="2095" y="5870"/>
                  </a:lnTo>
                  <a:lnTo>
                    <a:pt x="1705" y="6966"/>
                  </a:lnTo>
                  <a:lnTo>
                    <a:pt x="1705" y="6966"/>
                  </a:lnTo>
                  <a:lnTo>
                    <a:pt x="1681" y="7040"/>
                  </a:lnTo>
                  <a:lnTo>
                    <a:pt x="1681" y="7113"/>
                  </a:lnTo>
                  <a:lnTo>
                    <a:pt x="1705" y="7259"/>
                  </a:lnTo>
                  <a:lnTo>
                    <a:pt x="1778" y="7380"/>
                  </a:lnTo>
                  <a:lnTo>
                    <a:pt x="1851" y="7429"/>
                  </a:lnTo>
                  <a:lnTo>
                    <a:pt x="1900" y="7478"/>
                  </a:lnTo>
                  <a:lnTo>
                    <a:pt x="2412" y="7721"/>
                  </a:lnTo>
                  <a:lnTo>
                    <a:pt x="2412" y="7721"/>
                  </a:lnTo>
                  <a:lnTo>
                    <a:pt x="2485" y="7770"/>
                  </a:lnTo>
                  <a:lnTo>
                    <a:pt x="2558" y="7770"/>
                  </a:lnTo>
                  <a:lnTo>
                    <a:pt x="2704" y="7770"/>
                  </a:lnTo>
                  <a:lnTo>
                    <a:pt x="2850" y="7697"/>
                  </a:lnTo>
                  <a:lnTo>
                    <a:pt x="2899" y="7648"/>
                  </a:lnTo>
                  <a:lnTo>
                    <a:pt x="2947" y="7600"/>
                  </a:lnTo>
                  <a:lnTo>
                    <a:pt x="3581" y="6625"/>
                  </a:lnTo>
                  <a:lnTo>
                    <a:pt x="3581" y="6625"/>
                  </a:lnTo>
                  <a:lnTo>
                    <a:pt x="3800" y="6650"/>
                  </a:lnTo>
                  <a:lnTo>
                    <a:pt x="3995" y="6650"/>
                  </a:lnTo>
                  <a:lnTo>
                    <a:pt x="4482" y="7697"/>
                  </a:lnTo>
                  <a:lnTo>
                    <a:pt x="4482" y="7697"/>
                  </a:lnTo>
                  <a:lnTo>
                    <a:pt x="4531" y="7770"/>
                  </a:lnTo>
                  <a:lnTo>
                    <a:pt x="4579" y="7819"/>
                  </a:lnTo>
                  <a:lnTo>
                    <a:pt x="4701" y="7892"/>
                  </a:lnTo>
                  <a:lnTo>
                    <a:pt x="4847" y="7941"/>
                  </a:lnTo>
                  <a:lnTo>
                    <a:pt x="4920" y="7941"/>
                  </a:lnTo>
                  <a:lnTo>
                    <a:pt x="4993" y="7916"/>
                  </a:lnTo>
                  <a:lnTo>
                    <a:pt x="5529" y="7746"/>
                  </a:lnTo>
                  <a:lnTo>
                    <a:pt x="5529" y="7746"/>
                  </a:lnTo>
                  <a:lnTo>
                    <a:pt x="5602" y="7721"/>
                  </a:lnTo>
                  <a:lnTo>
                    <a:pt x="5651" y="7673"/>
                  </a:lnTo>
                  <a:lnTo>
                    <a:pt x="5748" y="7551"/>
                  </a:lnTo>
                  <a:lnTo>
                    <a:pt x="5821" y="7405"/>
                  </a:lnTo>
                  <a:lnTo>
                    <a:pt x="5821" y="7332"/>
                  </a:lnTo>
                  <a:lnTo>
                    <a:pt x="5821" y="7259"/>
                  </a:lnTo>
                  <a:lnTo>
                    <a:pt x="5578" y="6114"/>
                  </a:lnTo>
                  <a:lnTo>
                    <a:pt x="5578" y="6114"/>
                  </a:lnTo>
                  <a:lnTo>
                    <a:pt x="5724" y="5992"/>
                  </a:lnTo>
                  <a:lnTo>
                    <a:pt x="5894" y="5846"/>
                  </a:lnTo>
                  <a:lnTo>
                    <a:pt x="6966" y="6260"/>
                  </a:lnTo>
                  <a:lnTo>
                    <a:pt x="6966" y="6260"/>
                  </a:lnTo>
                  <a:lnTo>
                    <a:pt x="7039" y="6260"/>
                  </a:lnTo>
                  <a:lnTo>
                    <a:pt x="7112" y="6285"/>
                  </a:lnTo>
                  <a:lnTo>
                    <a:pt x="7258" y="6236"/>
                  </a:lnTo>
                  <a:lnTo>
                    <a:pt x="7404" y="6163"/>
                  </a:lnTo>
                  <a:lnTo>
                    <a:pt x="7453" y="6114"/>
                  </a:lnTo>
                  <a:lnTo>
                    <a:pt x="7502" y="6041"/>
                  </a:lnTo>
                  <a:lnTo>
                    <a:pt x="7745" y="5530"/>
                  </a:lnTo>
                  <a:lnTo>
                    <a:pt x="7745" y="5530"/>
                  </a:lnTo>
                  <a:lnTo>
                    <a:pt x="7770" y="5481"/>
                  </a:lnTo>
                  <a:lnTo>
                    <a:pt x="7794" y="5383"/>
                  </a:lnTo>
                  <a:lnTo>
                    <a:pt x="7770" y="5237"/>
                  </a:lnTo>
                  <a:lnTo>
                    <a:pt x="7697" y="5115"/>
                  </a:lnTo>
                  <a:lnTo>
                    <a:pt x="7648" y="5042"/>
                  </a:lnTo>
                  <a:lnTo>
                    <a:pt x="7599" y="4994"/>
                  </a:lnTo>
                  <a:lnTo>
                    <a:pt x="6625" y="4360"/>
                  </a:lnTo>
                  <a:lnTo>
                    <a:pt x="6625" y="4360"/>
                  </a:lnTo>
                  <a:lnTo>
                    <a:pt x="6649" y="4166"/>
                  </a:lnTo>
                  <a:lnTo>
                    <a:pt x="6649" y="3946"/>
                  </a:lnTo>
                  <a:lnTo>
                    <a:pt x="7697" y="3459"/>
                  </a:lnTo>
                  <a:lnTo>
                    <a:pt x="7697" y="3459"/>
                  </a:lnTo>
                  <a:lnTo>
                    <a:pt x="7770" y="3435"/>
                  </a:lnTo>
                  <a:lnTo>
                    <a:pt x="7843" y="3386"/>
                  </a:lnTo>
                  <a:lnTo>
                    <a:pt x="7916" y="3240"/>
                  </a:lnTo>
                  <a:lnTo>
                    <a:pt x="7940" y="3094"/>
                  </a:lnTo>
                  <a:lnTo>
                    <a:pt x="7940" y="3021"/>
                  </a:lnTo>
                  <a:lnTo>
                    <a:pt x="7940" y="2948"/>
                  </a:lnTo>
                  <a:lnTo>
                    <a:pt x="7745" y="2412"/>
                  </a:lnTo>
                  <a:lnTo>
                    <a:pt x="7745" y="2412"/>
                  </a:lnTo>
                  <a:lnTo>
                    <a:pt x="7721" y="2339"/>
                  </a:lnTo>
                  <a:lnTo>
                    <a:pt x="7672" y="2290"/>
                  </a:lnTo>
                  <a:lnTo>
                    <a:pt x="7551" y="2193"/>
                  </a:lnTo>
                  <a:lnTo>
                    <a:pt x="7429" y="2144"/>
                  </a:lnTo>
                  <a:lnTo>
                    <a:pt x="7356" y="2144"/>
                  </a:lnTo>
                  <a:lnTo>
                    <a:pt x="7258" y="2144"/>
                  </a:lnTo>
                  <a:lnTo>
                    <a:pt x="7258" y="2144"/>
                  </a:lnTo>
                  <a:close/>
                  <a:moveTo>
                    <a:pt x="5480" y="4726"/>
                  </a:moveTo>
                  <a:lnTo>
                    <a:pt x="5480" y="4726"/>
                  </a:lnTo>
                  <a:lnTo>
                    <a:pt x="5383" y="4872"/>
                  </a:lnTo>
                  <a:lnTo>
                    <a:pt x="5286" y="4994"/>
                  </a:lnTo>
                  <a:lnTo>
                    <a:pt x="5188" y="5140"/>
                  </a:lnTo>
                  <a:lnTo>
                    <a:pt x="5066" y="5237"/>
                  </a:lnTo>
                  <a:lnTo>
                    <a:pt x="4945" y="5335"/>
                  </a:lnTo>
                  <a:lnTo>
                    <a:pt x="4798" y="5432"/>
                  </a:lnTo>
                  <a:lnTo>
                    <a:pt x="4652" y="5505"/>
                  </a:lnTo>
                  <a:lnTo>
                    <a:pt x="4506" y="5554"/>
                  </a:lnTo>
                  <a:lnTo>
                    <a:pt x="4360" y="5603"/>
                  </a:lnTo>
                  <a:lnTo>
                    <a:pt x="4190" y="5627"/>
                  </a:lnTo>
                  <a:lnTo>
                    <a:pt x="4043" y="5651"/>
                  </a:lnTo>
                  <a:lnTo>
                    <a:pt x="3873" y="5627"/>
                  </a:lnTo>
                  <a:lnTo>
                    <a:pt x="3702" y="5627"/>
                  </a:lnTo>
                  <a:lnTo>
                    <a:pt x="3556" y="5578"/>
                  </a:lnTo>
                  <a:lnTo>
                    <a:pt x="3386" y="5530"/>
                  </a:lnTo>
                  <a:lnTo>
                    <a:pt x="3240" y="5456"/>
                  </a:lnTo>
                  <a:lnTo>
                    <a:pt x="3240" y="5456"/>
                  </a:lnTo>
                  <a:lnTo>
                    <a:pt x="3094" y="5383"/>
                  </a:lnTo>
                  <a:lnTo>
                    <a:pt x="2947" y="5286"/>
                  </a:lnTo>
                  <a:lnTo>
                    <a:pt x="2826" y="5164"/>
                  </a:lnTo>
                  <a:lnTo>
                    <a:pt x="2704" y="5067"/>
                  </a:lnTo>
                  <a:lnTo>
                    <a:pt x="2606" y="4921"/>
                  </a:lnTo>
                  <a:lnTo>
                    <a:pt x="2533" y="4799"/>
                  </a:lnTo>
                  <a:lnTo>
                    <a:pt x="2460" y="4653"/>
                  </a:lnTo>
                  <a:lnTo>
                    <a:pt x="2387" y="4507"/>
                  </a:lnTo>
                  <a:lnTo>
                    <a:pt x="2363" y="4336"/>
                  </a:lnTo>
                  <a:lnTo>
                    <a:pt x="2314" y="4190"/>
                  </a:lnTo>
                  <a:lnTo>
                    <a:pt x="2314" y="4020"/>
                  </a:lnTo>
                  <a:lnTo>
                    <a:pt x="2314" y="3873"/>
                  </a:lnTo>
                  <a:lnTo>
                    <a:pt x="2339" y="3703"/>
                  </a:lnTo>
                  <a:lnTo>
                    <a:pt x="2363" y="3532"/>
                  </a:lnTo>
                  <a:lnTo>
                    <a:pt x="2412" y="3386"/>
                  </a:lnTo>
                  <a:lnTo>
                    <a:pt x="2485" y="3216"/>
                  </a:lnTo>
                  <a:lnTo>
                    <a:pt x="2485" y="3216"/>
                  </a:lnTo>
                  <a:lnTo>
                    <a:pt x="2582" y="3070"/>
                  </a:lnTo>
                  <a:lnTo>
                    <a:pt x="2680" y="2948"/>
                  </a:lnTo>
                  <a:lnTo>
                    <a:pt x="2777" y="2802"/>
                  </a:lnTo>
                  <a:lnTo>
                    <a:pt x="2899" y="2704"/>
                  </a:lnTo>
                  <a:lnTo>
                    <a:pt x="3020" y="2607"/>
                  </a:lnTo>
                  <a:lnTo>
                    <a:pt x="3167" y="2509"/>
                  </a:lnTo>
                  <a:lnTo>
                    <a:pt x="3313" y="2436"/>
                  </a:lnTo>
                  <a:lnTo>
                    <a:pt x="3459" y="2388"/>
                  </a:lnTo>
                  <a:lnTo>
                    <a:pt x="3605" y="2339"/>
                  </a:lnTo>
                  <a:lnTo>
                    <a:pt x="3775" y="2315"/>
                  </a:lnTo>
                  <a:lnTo>
                    <a:pt x="3922" y="2290"/>
                  </a:lnTo>
                  <a:lnTo>
                    <a:pt x="4092" y="2315"/>
                  </a:lnTo>
                  <a:lnTo>
                    <a:pt x="4263" y="2315"/>
                  </a:lnTo>
                  <a:lnTo>
                    <a:pt x="4409" y="2363"/>
                  </a:lnTo>
                  <a:lnTo>
                    <a:pt x="4579" y="2412"/>
                  </a:lnTo>
                  <a:lnTo>
                    <a:pt x="4725" y="2485"/>
                  </a:lnTo>
                  <a:lnTo>
                    <a:pt x="4725" y="2485"/>
                  </a:lnTo>
                  <a:lnTo>
                    <a:pt x="4871" y="2558"/>
                  </a:lnTo>
                  <a:lnTo>
                    <a:pt x="5018" y="2656"/>
                  </a:lnTo>
                  <a:lnTo>
                    <a:pt x="5139" y="2777"/>
                  </a:lnTo>
                  <a:lnTo>
                    <a:pt x="5261" y="2875"/>
                  </a:lnTo>
                  <a:lnTo>
                    <a:pt x="5359" y="3021"/>
                  </a:lnTo>
                  <a:lnTo>
                    <a:pt x="5432" y="3143"/>
                  </a:lnTo>
                  <a:lnTo>
                    <a:pt x="5505" y="3289"/>
                  </a:lnTo>
                  <a:lnTo>
                    <a:pt x="5578" y="3435"/>
                  </a:lnTo>
                  <a:lnTo>
                    <a:pt x="5602" y="3605"/>
                  </a:lnTo>
                  <a:lnTo>
                    <a:pt x="5626" y="3752"/>
                  </a:lnTo>
                  <a:lnTo>
                    <a:pt x="5651" y="3922"/>
                  </a:lnTo>
                  <a:lnTo>
                    <a:pt x="5651" y="4068"/>
                  </a:lnTo>
                  <a:lnTo>
                    <a:pt x="5626" y="4239"/>
                  </a:lnTo>
                  <a:lnTo>
                    <a:pt x="5602" y="4409"/>
                  </a:lnTo>
                  <a:lnTo>
                    <a:pt x="5553" y="4555"/>
                  </a:lnTo>
                  <a:lnTo>
                    <a:pt x="5480" y="4726"/>
                  </a:lnTo>
                  <a:lnTo>
                    <a:pt x="5480" y="4726"/>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g2df34d712ac_0_58"/>
          <p:cNvSpPr txBox="1"/>
          <p:nvPr>
            <p:ph type="title"/>
          </p:nvPr>
        </p:nvSpPr>
        <p:spPr>
          <a:xfrm>
            <a:off x="1790700" y="2048425"/>
            <a:ext cx="5220300" cy="683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US"/>
              <a:t>Sample Verbs to Use</a:t>
            </a:r>
            <a:endParaRPr/>
          </a:p>
        </p:txBody>
      </p:sp>
      <p:sp>
        <p:nvSpPr>
          <p:cNvPr id="302" name="Google Shape;302;g2df34d712ac_0_58"/>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2"/>
          <p:cNvSpPr/>
          <p:nvPr/>
        </p:nvSpPr>
        <p:spPr>
          <a:xfrm>
            <a:off x="871870" y="1201479"/>
            <a:ext cx="3625702" cy="3605239"/>
          </a:xfrm>
          <a:prstGeom prst="ellipse">
            <a:avLst/>
          </a:prstGeom>
          <a:solidFill>
            <a:schemeClr val="lt1"/>
          </a:solidFill>
          <a:ln cap="flat" cmpd="sng" w="254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8" name="Google Shape;308;p12"/>
          <p:cNvSpPr/>
          <p:nvPr/>
        </p:nvSpPr>
        <p:spPr>
          <a:xfrm>
            <a:off x="1068804" y="1392866"/>
            <a:ext cx="3242861" cy="3139726"/>
          </a:xfrm>
          <a:prstGeom prst="ellipse">
            <a:avLst/>
          </a:prstGeom>
          <a:solidFill>
            <a:srgbClr val="E0E0E0"/>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9" name="Google Shape;309;p12"/>
          <p:cNvSpPr txBox="1"/>
          <p:nvPr>
            <p:ph type="title"/>
          </p:nvPr>
        </p:nvSpPr>
        <p:spPr>
          <a:xfrm>
            <a:off x="1465872" y="323300"/>
            <a:ext cx="6593400" cy="683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US"/>
              <a:t>Commitment and Impact!</a:t>
            </a:r>
            <a:endParaRPr/>
          </a:p>
        </p:txBody>
      </p:sp>
      <p:sp>
        <p:nvSpPr>
          <p:cNvPr id="310" name="Google Shape;310;p12"/>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US"/>
              <a:t>‹#›</a:t>
            </a:fld>
            <a:endParaRPr/>
          </a:p>
        </p:txBody>
      </p:sp>
      <p:pic>
        <p:nvPicPr>
          <p:cNvPr id="311" name="Google Shape;311;p12"/>
          <p:cNvPicPr preferRelativeResize="0"/>
          <p:nvPr/>
        </p:nvPicPr>
        <p:blipFill rotWithShape="1">
          <a:blip r:embed="rId3">
            <a:alphaModFix/>
          </a:blip>
          <a:srcRect b="10224" l="0" r="0" t="11126"/>
          <a:stretch/>
        </p:blipFill>
        <p:spPr>
          <a:xfrm>
            <a:off x="1255166" y="1546880"/>
            <a:ext cx="2870136" cy="2857307"/>
          </a:xfrm>
          <a:prstGeom prst="ellipse">
            <a:avLst/>
          </a:prstGeom>
          <a:noFill/>
          <a:ln>
            <a:noFill/>
          </a:ln>
        </p:spPr>
      </p:pic>
      <p:pic>
        <p:nvPicPr>
          <p:cNvPr id="312" name="Google Shape;312;p12"/>
          <p:cNvPicPr preferRelativeResize="0"/>
          <p:nvPr/>
        </p:nvPicPr>
        <p:blipFill rotWithShape="1">
          <a:blip r:embed="rId4">
            <a:alphaModFix/>
          </a:blip>
          <a:srcRect b="9949" l="0" r="0" t="9642"/>
          <a:stretch/>
        </p:blipFill>
        <p:spPr>
          <a:xfrm>
            <a:off x="6400799" y="1079750"/>
            <a:ext cx="3019414" cy="2983999"/>
          </a:xfrm>
          <a:prstGeom prst="ellipse">
            <a:avLst/>
          </a:prstGeom>
          <a:noFill/>
          <a:ln>
            <a:noFill/>
          </a:ln>
        </p:spPr>
      </p:pic>
      <p:sp>
        <p:nvSpPr>
          <p:cNvPr id="313" name="Google Shape;313;p12"/>
          <p:cNvSpPr txBox="1"/>
          <p:nvPr/>
        </p:nvSpPr>
        <p:spPr>
          <a:xfrm>
            <a:off x="4497572" y="2282658"/>
            <a:ext cx="1871400" cy="224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Montserrat"/>
                <a:ea typeface="Montserrat"/>
                <a:cs typeface="Montserrat"/>
                <a:sym typeface="Montserrat"/>
              </a:rPr>
              <a:t>“The quality of a person’s life is in direct proportion to their </a:t>
            </a:r>
            <a:r>
              <a:rPr b="1" i="0" lang="en-US" sz="1400" u="none" cap="none" strike="noStrike">
                <a:solidFill>
                  <a:srgbClr val="000000"/>
                </a:solidFill>
                <a:latin typeface="Montserrat"/>
                <a:ea typeface="Montserrat"/>
                <a:cs typeface="Montserrat"/>
                <a:sym typeface="Montserrat"/>
              </a:rPr>
              <a:t>commitment to excellence</a:t>
            </a:r>
            <a:r>
              <a:rPr b="0" i="0" lang="en-US" sz="1400" u="none" cap="none" strike="noStrike">
                <a:solidFill>
                  <a:srgbClr val="000000"/>
                </a:solidFill>
                <a:latin typeface="Montserrat"/>
                <a:ea typeface="Montserrat"/>
                <a:cs typeface="Montserrat"/>
                <a:sym typeface="Montserrat"/>
              </a:rPr>
              <a:t>, regardless of their chosen field of endeavor.” – </a:t>
            </a:r>
            <a:r>
              <a:rPr b="1" i="0" lang="en-US" sz="1400" u="none" cap="none" strike="noStrike">
                <a:solidFill>
                  <a:srgbClr val="000000"/>
                </a:solidFill>
                <a:latin typeface="Montserrat"/>
                <a:ea typeface="Montserrat"/>
                <a:cs typeface="Montserrat"/>
                <a:sym typeface="Montserrat"/>
              </a:rPr>
              <a:t>Vince Lombardi</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2000">
        <p14:ferris dir="l"/>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3"/>
          <p:cNvSpPr txBox="1"/>
          <p:nvPr>
            <p:ph type="title"/>
          </p:nvPr>
        </p:nvSpPr>
        <p:spPr>
          <a:xfrm>
            <a:off x="457200" y="1166125"/>
            <a:ext cx="5220300" cy="683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US" sz="2400"/>
              <a:t>SAMPLE </a:t>
            </a:r>
            <a:r>
              <a:rPr b="1" lang="en-US" sz="2400"/>
              <a:t>BORING </a:t>
            </a:r>
            <a:r>
              <a:rPr lang="en-US" sz="2400"/>
              <a:t>ACTIVITIES</a:t>
            </a:r>
            <a:endParaRPr sz="2400"/>
          </a:p>
        </p:txBody>
      </p:sp>
      <p:sp>
        <p:nvSpPr>
          <p:cNvPr id="319" name="Google Shape;319;p23"/>
          <p:cNvSpPr txBox="1"/>
          <p:nvPr>
            <p:ph idx="1" type="body"/>
          </p:nvPr>
        </p:nvSpPr>
        <p:spPr>
          <a:xfrm>
            <a:off x="457200" y="1985075"/>
            <a:ext cx="5220300" cy="2618400"/>
          </a:xfrm>
          <a:prstGeom prst="rect">
            <a:avLst/>
          </a:prstGeom>
          <a:noFill/>
          <a:ln>
            <a:noFill/>
          </a:ln>
        </p:spPr>
        <p:txBody>
          <a:bodyPr anchorCtr="0" anchor="t" bIns="91425" lIns="91425" spcFirstLastPara="1" rIns="91425" wrap="square" tIns="91425">
            <a:noAutofit/>
          </a:bodyPr>
          <a:lstStyle/>
          <a:p>
            <a:pPr indent="-330200" lvl="0" marL="457200" rtl="0" algn="l">
              <a:lnSpc>
                <a:spcPct val="100000"/>
              </a:lnSpc>
              <a:spcBef>
                <a:spcPts val="600"/>
              </a:spcBef>
              <a:spcAft>
                <a:spcPts val="0"/>
              </a:spcAft>
              <a:buSzPts val="1600"/>
              <a:buChar char="￮"/>
            </a:pPr>
            <a:r>
              <a:rPr lang="en-US" sz="1600"/>
              <a:t>1. I created a website for the school.</a:t>
            </a:r>
            <a:endParaRPr/>
          </a:p>
          <a:p>
            <a:pPr indent="-330200" lvl="0" marL="457200" rtl="0" algn="l">
              <a:lnSpc>
                <a:spcPct val="100000"/>
              </a:lnSpc>
              <a:spcBef>
                <a:spcPts val="600"/>
              </a:spcBef>
              <a:spcAft>
                <a:spcPts val="0"/>
              </a:spcAft>
              <a:buSzPts val="1600"/>
              <a:buChar char="￮"/>
            </a:pPr>
            <a:r>
              <a:rPr lang="en-US" sz="1600"/>
              <a:t>2. I served as a peer counselor. I helped students with their problems.</a:t>
            </a:r>
            <a:endParaRPr/>
          </a:p>
          <a:p>
            <a:pPr indent="-330200" lvl="0" marL="457200" rtl="0" algn="l">
              <a:lnSpc>
                <a:spcPct val="100000"/>
              </a:lnSpc>
              <a:spcBef>
                <a:spcPts val="600"/>
              </a:spcBef>
              <a:spcAft>
                <a:spcPts val="0"/>
              </a:spcAft>
              <a:buSzPts val="1600"/>
              <a:buChar char="￮"/>
            </a:pPr>
            <a:r>
              <a:rPr lang="en-US" sz="1600"/>
              <a:t>3. I was a member of the </a:t>
            </a:r>
            <a:r>
              <a:rPr lang="en-US"/>
              <a:t>Christian Union</a:t>
            </a:r>
            <a:r>
              <a:rPr lang="en-US" sz="1600"/>
              <a:t> </a:t>
            </a:r>
            <a:endParaRPr/>
          </a:p>
          <a:p>
            <a:pPr indent="-330200" lvl="0" marL="457200" rtl="0" algn="l">
              <a:lnSpc>
                <a:spcPct val="100000"/>
              </a:lnSpc>
              <a:spcBef>
                <a:spcPts val="600"/>
              </a:spcBef>
              <a:spcAft>
                <a:spcPts val="0"/>
              </a:spcAft>
              <a:buSzPts val="1600"/>
              <a:buChar char="￮"/>
            </a:pPr>
            <a:r>
              <a:rPr lang="en-US" sz="1600"/>
              <a:t>4. Taught my former primary school after graduating from high school.</a:t>
            </a:r>
            <a:endParaRPr/>
          </a:p>
          <a:p>
            <a:pPr indent="-330200" lvl="0" marL="457200" rtl="0" algn="l">
              <a:lnSpc>
                <a:spcPct val="100000"/>
              </a:lnSpc>
              <a:spcBef>
                <a:spcPts val="600"/>
              </a:spcBef>
              <a:spcAft>
                <a:spcPts val="0"/>
              </a:spcAft>
              <a:buSzPts val="1600"/>
              <a:buChar char="￮"/>
            </a:pPr>
            <a:r>
              <a:rPr lang="en-US" sz="1600"/>
              <a:t>5. Did research about agricultural sales</a:t>
            </a:r>
            <a:endParaRPr/>
          </a:p>
          <a:p>
            <a:pPr indent="-228600" lvl="0" marL="457200" rtl="0" algn="l">
              <a:lnSpc>
                <a:spcPct val="100000"/>
              </a:lnSpc>
              <a:spcBef>
                <a:spcPts val="600"/>
              </a:spcBef>
              <a:spcAft>
                <a:spcPts val="0"/>
              </a:spcAft>
              <a:buSzPts val="1600"/>
              <a:buNone/>
            </a:pPr>
            <a:r>
              <a:t/>
            </a:r>
            <a:endParaRPr sz="1600"/>
          </a:p>
          <a:p>
            <a:pPr indent="-228600" lvl="0" marL="457200" rtl="0" algn="l">
              <a:lnSpc>
                <a:spcPct val="100000"/>
              </a:lnSpc>
              <a:spcBef>
                <a:spcPts val="600"/>
              </a:spcBef>
              <a:spcAft>
                <a:spcPts val="0"/>
              </a:spcAft>
              <a:buSzPts val="1600"/>
              <a:buNone/>
            </a:pPr>
            <a:r>
              <a:t/>
            </a:r>
            <a:endParaRPr sz="1600"/>
          </a:p>
          <a:p>
            <a:pPr indent="-228600" lvl="0" marL="457200" rtl="0" algn="l">
              <a:lnSpc>
                <a:spcPct val="100000"/>
              </a:lnSpc>
              <a:spcBef>
                <a:spcPts val="600"/>
              </a:spcBef>
              <a:spcAft>
                <a:spcPts val="0"/>
              </a:spcAft>
              <a:buSzPts val="1600"/>
              <a:buNone/>
            </a:pPr>
            <a:r>
              <a:t/>
            </a:r>
            <a:endParaRPr/>
          </a:p>
        </p:txBody>
      </p:sp>
      <p:sp>
        <p:nvSpPr>
          <p:cNvPr id="320" name="Google Shape;320;p23"/>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US"/>
              <a:t>‹#›</a:t>
            </a:fld>
            <a:endParaRPr/>
          </a:p>
        </p:txBody>
      </p:sp>
      <p:pic>
        <p:nvPicPr>
          <p:cNvPr descr="Startups Have Gotten Very Boring" id="321" name="Google Shape;321;p23"/>
          <p:cNvPicPr preferRelativeResize="0"/>
          <p:nvPr/>
        </p:nvPicPr>
        <p:blipFill rotWithShape="1">
          <a:blip r:embed="rId3">
            <a:alphaModFix/>
          </a:blip>
          <a:srcRect b="-2447" l="0" r="678" t="3125"/>
          <a:stretch/>
        </p:blipFill>
        <p:spPr>
          <a:xfrm>
            <a:off x="6641460" y="1222183"/>
            <a:ext cx="2502540" cy="2699133"/>
          </a:xfrm>
          <a:prstGeom prst="ellipse">
            <a:avLst/>
          </a:prstGeom>
          <a:noFill/>
          <a:ln>
            <a:noFill/>
          </a:ln>
        </p:spPr>
      </p:pic>
    </p:spTree>
  </p:cSld>
  <p:clrMapOvr>
    <a:masterClrMapping/>
  </p:clrMapOvr>
  <mc:AlternateContent>
    <mc:Choice Requires="p14">
      <p:transition spd="slow" p14:dur="1400">
        <p14:rippl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4"/>
          <p:cNvSpPr txBox="1"/>
          <p:nvPr>
            <p:ph type="title"/>
          </p:nvPr>
        </p:nvSpPr>
        <p:spPr>
          <a:xfrm>
            <a:off x="456600" y="143450"/>
            <a:ext cx="5220300" cy="683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b="1" lang="en-US" sz="2000"/>
              <a:t>Refined Activities List Description</a:t>
            </a:r>
            <a:endParaRPr sz="2000"/>
          </a:p>
        </p:txBody>
      </p:sp>
      <p:sp>
        <p:nvSpPr>
          <p:cNvPr id="327" name="Google Shape;327;p24"/>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US"/>
              <a:t>‹#›</a:t>
            </a:fld>
            <a:endParaRPr/>
          </a:p>
        </p:txBody>
      </p:sp>
      <p:sp>
        <p:nvSpPr>
          <p:cNvPr id="328" name="Google Shape;328;p24"/>
          <p:cNvSpPr txBox="1"/>
          <p:nvPr>
            <p:ph idx="1" type="body"/>
          </p:nvPr>
        </p:nvSpPr>
        <p:spPr>
          <a:xfrm>
            <a:off x="939625" y="1215463"/>
            <a:ext cx="4606800" cy="26193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600"/>
              </a:spcBef>
              <a:spcAft>
                <a:spcPts val="0"/>
              </a:spcAft>
              <a:buSzPts val="1600"/>
              <a:buNone/>
            </a:pPr>
            <a:r>
              <a:rPr b="1" lang="en-US" sz="1420"/>
              <a:t>1. </a:t>
            </a:r>
            <a:r>
              <a:rPr lang="en-US" sz="1420"/>
              <a:t>Used </a:t>
            </a:r>
            <a:r>
              <a:rPr b="1" lang="en-US" sz="1420">
                <a:latin typeface="Poppins"/>
                <a:ea typeface="Poppins"/>
                <a:cs typeface="Poppins"/>
                <a:sym typeface="Poppins"/>
              </a:rPr>
              <a:t>contemporary HTML &amp; CSS</a:t>
            </a:r>
            <a:r>
              <a:rPr lang="en-US" sz="1420"/>
              <a:t> to build the school Website; Consolidated </a:t>
            </a:r>
            <a:r>
              <a:rPr b="1" lang="en-US" sz="1420">
                <a:latin typeface="Poppins"/>
                <a:ea typeface="Poppins"/>
                <a:cs typeface="Poppins"/>
                <a:sym typeface="Poppins"/>
              </a:rPr>
              <a:t>3GB of revision material</a:t>
            </a:r>
            <a:r>
              <a:rPr lang="en-US" sz="1420"/>
              <a:t> to the website bolstering school mean </a:t>
            </a:r>
            <a:r>
              <a:rPr b="1" lang="en-US" sz="1420">
                <a:latin typeface="Poppins"/>
                <a:ea typeface="Poppins"/>
                <a:cs typeface="Poppins"/>
                <a:sym typeface="Poppins"/>
              </a:rPr>
              <a:t>by 30%</a:t>
            </a:r>
            <a:endParaRPr b="1" sz="1420">
              <a:latin typeface="Poppins"/>
              <a:ea typeface="Poppins"/>
              <a:cs typeface="Poppins"/>
              <a:sym typeface="Poppins"/>
            </a:endParaRPr>
          </a:p>
          <a:p>
            <a:pPr indent="0" lvl="0" marL="0" rtl="0" algn="l">
              <a:lnSpc>
                <a:spcPct val="80000"/>
              </a:lnSpc>
              <a:spcBef>
                <a:spcPts val="600"/>
              </a:spcBef>
              <a:spcAft>
                <a:spcPts val="0"/>
              </a:spcAft>
              <a:buSzPts val="1600"/>
              <a:buNone/>
            </a:pPr>
            <a:r>
              <a:rPr b="1" lang="en-US" sz="1420"/>
              <a:t>2. </a:t>
            </a:r>
            <a:r>
              <a:rPr lang="en-US" sz="1420"/>
              <a:t>Mediated students’ conflicts, </a:t>
            </a:r>
            <a:r>
              <a:rPr b="1" lang="en-US" sz="1420">
                <a:latin typeface="Poppins"/>
                <a:ea typeface="Poppins"/>
                <a:cs typeface="Poppins"/>
                <a:sym typeface="Poppins"/>
              </a:rPr>
              <a:t>stopped 3 suicide attempts</a:t>
            </a:r>
            <a:r>
              <a:rPr lang="en-US" sz="1420"/>
              <a:t>; </a:t>
            </a:r>
            <a:r>
              <a:rPr b="1" lang="en-US" sz="1420">
                <a:latin typeface="Poppins"/>
                <a:ea typeface="Poppins"/>
                <a:cs typeface="Poppins"/>
                <a:sym typeface="Poppins"/>
              </a:rPr>
              <a:t>Raised Ksh50000</a:t>
            </a:r>
            <a:r>
              <a:rPr lang="en-US" sz="1420"/>
              <a:t> to buy sanitary pads for </a:t>
            </a:r>
            <a:r>
              <a:rPr b="1" lang="en-US" sz="1420">
                <a:latin typeface="Poppins"/>
                <a:ea typeface="Poppins"/>
                <a:cs typeface="Poppins"/>
                <a:sym typeface="Poppins"/>
              </a:rPr>
              <a:t>98</a:t>
            </a:r>
            <a:r>
              <a:rPr lang="en-US" sz="1420"/>
              <a:t> underprivileged girls in the school neighborhood</a:t>
            </a:r>
            <a:endParaRPr sz="1420"/>
          </a:p>
          <a:p>
            <a:pPr indent="0" lvl="0" marL="0" rtl="0" algn="l">
              <a:lnSpc>
                <a:spcPct val="80000"/>
              </a:lnSpc>
              <a:spcBef>
                <a:spcPts val="600"/>
              </a:spcBef>
              <a:spcAft>
                <a:spcPts val="0"/>
              </a:spcAft>
              <a:buSzPts val="1600"/>
              <a:buNone/>
            </a:pPr>
            <a:r>
              <a:rPr b="1" lang="en-US" sz="1420"/>
              <a:t>3. </a:t>
            </a:r>
            <a:r>
              <a:rPr lang="en-US" sz="1420"/>
              <a:t>I Participate in Bible Study, Offered Summons when called upon by the Chairperson &amp; worked with the organizing secretary to plan trips &amp; invitations</a:t>
            </a:r>
            <a:endParaRPr sz="1420"/>
          </a:p>
          <a:p>
            <a:pPr indent="0" lvl="0" marL="0" rtl="0" algn="l">
              <a:lnSpc>
                <a:spcPct val="80000"/>
              </a:lnSpc>
              <a:spcBef>
                <a:spcPts val="600"/>
              </a:spcBef>
              <a:spcAft>
                <a:spcPts val="0"/>
              </a:spcAft>
              <a:buSzPts val="1600"/>
              <a:buNone/>
            </a:pPr>
            <a:r>
              <a:rPr b="1" lang="en-US" sz="1420"/>
              <a:t>4. </a:t>
            </a:r>
            <a:r>
              <a:rPr lang="en-US" sz="1420"/>
              <a:t>Taught </a:t>
            </a:r>
            <a:r>
              <a:rPr b="1" lang="en-US" sz="1420">
                <a:latin typeface="Poppins"/>
                <a:ea typeface="Poppins"/>
                <a:cs typeface="Poppins"/>
                <a:sym typeface="Poppins"/>
              </a:rPr>
              <a:t>40 grade 11 students</a:t>
            </a:r>
            <a:r>
              <a:rPr lang="en-US" sz="1420"/>
              <a:t> Biology &amp; computer studies; Registered a performance </a:t>
            </a:r>
            <a:r>
              <a:rPr b="1" lang="en-US" sz="1420">
                <a:latin typeface="Poppins"/>
                <a:ea typeface="Poppins"/>
                <a:cs typeface="Poppins"/>
                <a:sym typeface="Poppins"/>
              </a:rPr>
              <a:t>increase of 22%</a:t>
            </a:r>
            <a:r>
              <a:rPr lang="en-US" sz="1420"/>
              <a:t> in Biology &amp; </a:t>
            </a:r>
            <a:r>
              <a:rPr b="1" lang="en-US" sz="1420">
                <a:latin typeface="Poppins"/>
                <a:ea typeface="Poppins"/>
                <a:cs typeface="Poppins"/>
                <a:sym typeface="Poppins"/>
              </a:rPr>
              <a:t>20% in computer studies</a:t>
            </a:r>
            <a:endParaRPr b="1" sz="1420">
              <a:latin typeface="Poppins"/>
              <a:ea typeface="Poppins"/>
              <a:cs typeface="Poppins"/>
              <a:sym typeface="Poppins"/>
            </a:endParaRPr>
          </a:p>
          <a:p>
            <a:pPr indent="0" lvl="0" marL="0" rtl="0" algn="l">
              <a:lnSpc>
                <a:spcPct val="80000"/>
              </a:lnSpc>
              <a:spcBef>
                <a:spcPts val="600"/>
              </a:spcBef>
              <a:spcAft>
                <a:spcPts val="0"/>
              </a:spcAft>
              <a:buSzPts val="1600"/>
              <a:buNone/>
            </a:pPr>
            <a:r>
              <a:rPr b="1" lang="en-US" sz="1420"/>
              <a:t>5.</a:t>
            </a:r>
            <a:r>
              <a:rPr lang="en-US" sz="1420"/>
              <a:t> Led a team of</a:t>
            </a:r>
            <a:r>
              <a:rPr b="1" lang="en-US" sz="1420">
                <a:latin typeface="Poppins"/>
                <a:ea typeface="Poppins"/>
                <a:cs typeface="Poppins"/>
                <a:sym typeface="Poppins"/>
              </a:rPr>
              <a:t> 15 researchers</a:t>
            </a:r>
            <a:r>
              <a:rPr lang="en-US" sz="1420"/>
              <a:t> in exploring ways to deepen the agric domestic Mkt through ICT; Drafted the findings into a bill for the county assembly</a:t>
            </a:r>
            <a:endParaRPr sz="1420"/>
          </a:p>
          <a:p>
            <a:pPr indent="0" lvl="0" marL="0" rtl="0" algn="l">
              <a:lnSpc>
                <a:spcPct val="80000"/>
              </a:lnSpc>
              <a:spcBef>
                <a:spcPts val="600"/>
              </a:spcBef>
              <a:spcAft>
                <a:spcPts val="0"/>
              </a:spcAft>
              <a:buSzPts val="1600"/>
              <a:buNone/>
            </a:pPr>
            <a:r>
              <a:t/>
            </a:r>
            <a:endParaRPr b="1" sz="1420"/>
          </a:p>
        </p:txBody>
      </p:sp>
      <p:pic>
        <p:nvPicPr>
          <p:cNvPr descr="Get Excited About Your Big Tests – Chariot Learning" id="329" name="Google Shape;329;p24"/>
          <p:cNvPicPr preferRelativeResize="0"/>
          <p:nvPr/>
        </p:nvPicPr>
        <p:blipFill rotWithShape="1">
          <a:blip r:embed="rId3">
            <a:alphaModFix/>
          </a:blip>
          <a:srcRect b="0" l="0" r="0" t="0"/>
          <a:stretch/>
        </p:blipFill>
        <p:spPr>
          <a:xfrm>
            <a:off x="6519037" y="1134816"/>
            <a:ext cx="2762985" cy="2873867"/>
          </a:xfrm>
          <a:prstGeom prst="ellipse">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3" name="Shape 333"/>
        <p:cNvGrpSpPr/>
        <p:nvPr/>
      </p:nvGrpSpPr>
      <p:grpSpPr>
        <a:xfrm>
          <a:off x="0" y="0"/>
          <a:ext cx="0" cy="0"/>
          <a:chOff x="0" y="0"/>
          <a:chExt cx="0" cy="0"/>
        </a:xfrm>
      </p:grpSpPr>
      <p:sp>
        <p:nvSpPr>
          <p:cNvPr id="334" name="Google Shape;334;p13"/>
          <p:cNvSpPr txBox="1"/>
          <p:nvPr>
            <p:ph idx="4294967295" type="title"/>
          </p:nvPr>
        </p:nvSpPr>
        <p:spPr>
          <a:xfrm>
            <a:off x="2386336" y="2571750"/>
            <a:ext cx="4754100" cy="1380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US" sz="2000">
                <a:solidFill>
                  <a:schemeClr val="lt1"/>
                </a:solidFill>
              </a:rPr>
              <a:t>KEEP IN MIND THESE IMPORTANT POINTS ABOUT YOUR EXTRACURRICULAR RECORD</a:t>
            </a:r>
            <a:endParaRPr sz="1800">
              <a:solidFill>
                <a:schemeClr val="lt1"/>
              </a:solidFill>
            </a:endParaRPr>
          </a:p>
        </p:txBody>
      </p:sp>
      <p:sp>
        <p:nvSpPr>
          <p:cNvPr id="335" name="Google Shape;335;p13"/>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14"/>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US"/>
              <a:t>‹#›</a:t>
            </a:fld>
            <a:endParaRPr/>
          </a:p>
        </p:txBody>
      </p:sp>
      <p:grpSp>
        <p:nvGrpSpPr>
          <p:cNvPr id="341" name="Google Shape;341;p14"/>
          <p:cNvGrpSpPr/>
          <p:nvPr/>
        </p:nvGrpSpPr>
        <p:grpSpPr>
          <a:xfrm>
            <a:off x="4361713" y="1054632"/>
            <a:ext cx="3339000" cy="3339000"/>
            <a:chOff x="2902488" y="902232"/>
            <a:chExt cx="3339000" cy="3339000"/>
          </a:xfrm>
        </p:grpSpPr>
        <p:sp>
          <p:nvSpPr>
            <p:cNvPr id="342" name="Google Shape;342;p14"/>
            <p:cNvSpPr/>
            <p:nvPr/>
          </p:nvSpPr>
          <p:spPr>
            <a:xfrm rot="-5400000">
              <a:off x="2902488" y="902232"/>
              <a:ext cx="3339000" cy="3339000"/>
            </a:xfrm>
            <a:prstGeom prst="ellipse">
              <a:avLst/>
            </a:prstGeom>
            <a:noFill/>
            <a:ln cap="flat" cmpd="sng" w="19050">
              <a:solidFill>
                <a:srgbClr val="E8E8E8"/>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Light"/>
                <a:ea typeface="Poppins Light"/>
                <a:cs typeface="Poppins Light"/>
                <a:sym typeface="Poppins Light"/>
              </a:endParaRPr>
            </a:p>
          </p:txBody>
        </p:sp>
        <p:sp>
          <p:nvSpPr>
            <p:cNvPr id="343" name="Google Shape;343;p14"/>
            <p:cNvSpPr/>
            <p:nvPr/>
          </p:nvSpPr>
          <p:spPr>
            <a:xfrm>
              <a:off x="3123738" y="1123632"/>
              <a:ext cx="2896500" cy="2896200"/>
            </a:xfrm>
            <a:prstGeom prst="pie">
              <a:avLst>
                <a:gd fmla="val 1811602" name="adj1"/>
                <a:gd fmla="val 16214886" name="adj2"/>
              </a:avLst>
            </a:prstGeom>
            <a:solidFill>
              <a:srgbClr val="000000">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Light"/>
                <a:ea typeface="Poppins Light"/>
                <a:cs typeface="Poppins Light"/>
                <a:sym typeface="Poppins Light"/>
              </a:endParaRPr>
            </a:p>
          </p:txBody>
        </p:sp>
      </p:grpSp>
      <p:grpSp>
        <p:nvGrpSpPr>
          <p:cNvPr id="344" name="Google Shape;344;p14"/>
          <p:cNvGrpSpPr/>
          <p:nvPr/>
        </p:nvGrpSpPr>
        <p:grpSpPr>
          <a:xfrm>
            <a:off x="5123263" y="1816182"/>
            <a:ext cx="1815900" cy="1815900"/>
            <a:chOff x="3664038" y="1663782"/>
            <a:chExt cx="1815900" cy="1815900"/>
          </a:xfrm>
        </p:grpSpPr>
        <p:sp>
          <p:nvSpPr>
            <p:cNvPr id="345" name="Google Shape;345;p14"/>
            <p:cNvSpPr/>
            <p:nvPr/>
          </p:nvSpPr>
          <p:spPr>
            <a:xfrm>
              <a:off x="3664038" y="1663782"/>
              <a:ext cx="1815900" cy="1815900"/>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Poppins"/>
                <a:ea typeface="Poppins"/>
                <a:cs typeface="Poppins"/>
                <a:sym typeface="Poppins"/>
              </a:endParaRPr>
            </a:p>
          </p:txBody>
        </p:sp>
        <p:sp>
          <p:nvSpPr>
            <p:cNvPr id="346" name="Google Shape;346;p14"/>
            <p:cNvSpPr txBox="1"/>
            <p:nvPr/>
          </p:nvSpPr>
          <p:spPr>
            <a:xfrm>
              <a:off x="3899988" y="2158482"/>
              <a:ext cx="1344000" cy="8265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400"/>
                <a:buFont typeface="Arial"/>
                <a:buNone/>
              </a:pPr>
              <a:r>
                <a:rPr b="1" i="0" lang="en-US" sz="1400" u="none" cap="none" strike="noStrike">
                  <a:solidFill>
                    <a:srgbClr val="FFFFFF"/>
                  </a:solidFill>
                  <a:latin typeface="Poppins"/>
                  <a:ea typeface="Poppins"/>
                  <a:cs typeface="Poppins"/>
                  <a:sym typeface="Poppins"/>
                </a:rPr>
                <a:t>LEADERSHIP</a:t>
              </a:r>
              <a:endParaRPr b="1" i="0" sz="1400" u="none" cap="none" strike="noStrike">
                <a:solidFill>
                  <a:srgbClr val="FFFFFF"/>
                </a:solidFill>
                <a:latin typeface="Poppins"/>
                <a:ea typeface="Poppins"/>
                <a:cs typeface="Poppins"/>
                <a:sym typeface="Poppins"/>
              </a:endParaRPr>
            </a:p>
          </p:txBody>
        </p:sp>
      </p:grpSp>
      <p:grpSp>
        <p:nvGrpSpPr>
          <p:cNvPr id="347" name="Google Shape;347;p14"/>
          <p:cNvGrpSpPr/>
          <p:nvPr/>
        </p:nvGrpSpPr>
        <p:grpSpPr>
          <a:xfrm>
            <a:off x="5501290" y="598229"/>
            <a:ext cx="1068600" cy="1068600"/>
            <a:chOff x="2859873" y="853971"/>
            <a:chExt cx="1068600" cy="1068600"/>
          </a:xfrm>
        </p:grpSpPr>
        <p:sp>
          <p:nvSpPr>
            <p:cNvPr id="348" name="Google Shape;348;p14"/>
            <p:cNvSpPr/>
            <p:nvPr/>
          </p:nvSpPr>
          <p:spPr>
            <a:xfrm>
              <a:off x="2859873" y="853971"/>
              <a:ext cx="1068600" cy="1068600"/>
            </a:xfrm>
            <a:prstGeom prst="ellipse">
              <a:avLst/>
            </a:prstGeom>
            <a:solidFill>
              <a:srgbClr val="9999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Light"/>
                <a:ea typeface="Poppins Light"/>
                <a:cs typeface="Poppins Light"/>
                <a:sym typeface="Poppins Light"/>
              </a:endParaRPr>
            </a:p>
          </p:txBody>
        </p:sp>
        <p:sp>
          <p:nvSpPr>
            <p:cNvPr id="349" name="Google Shape;349;p14"/>
            <p:cNvSpPr txBox="1"/>
            <p:nvPr/>
          </p:nvSpPr>
          <p:spPr>
            <a:xfrm>
              <a:off x="2946617" y="1022121"/>
              <a:ext cx="957762" cy="7323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800"/>
                <a:buFont typeface="Arial"/>
                <a:buNone/>
              </a:pPr>
              <a:r>
                <a:rPr b="1" i="0" lang="en-US" sz="800" u="none" cap="none" strike="noStrike">
                  <a:solidFill>
                    <a:schemeClr val="lt1"/>
                  </a:solidFill>
                  <a:latin typeface="Arial"/>
                  <a:ea typeface="Arial"/>
                  <a:cs typeface="Arial"/>
                  <a:sym typeface="Arial"/>
                </a:rPr>
                <a:t>DEPTH OF INVOLVEMENT</a:t>
              </a:r>
              <a:endParaRPr b="1" i="0" sz="800" u="none" cap="none" strike="noStrike">
                <a:solidFill>
                  <a:schemeClr val="lt1"/>
                </a:solidFill>
                <a:latin typeface="Poppins Light"/>
                <a:ea typeface="Poppins Light"/>
                <a:cs typeface="Poppins Light"/>
                <a:sym typeface="Poppins Light"/>
              </a:endParaRPr>
            </a:p>
          </p:txBody>
        </p:sp>
      </p:grpSp>
      <p:grpSp>
        <p:nvGrpSpPr>
          <p:cNvPr id="350" name="Google Shape;350;p14"/>
          <p:cNvGrpSpPr/>
          <p:nvPr/>
        </p:nvGrpSpPr>
        <p:grpSpPr>
          <a:xfrm>
            <a:off x="5654217" y="3970032"/>
            <a:ext cx="1068600" cy="1068600"/>
            <a:chOff x="2859873" y="853971"/>
            <a:chExt cx="1068600" cy="1068600"/>
          </a:xfrm>
        </p:grpSpPr>
        <p:sp>
          <p:nvSpPr>
            <p:cNvPr id="351" name="Google Shape;351;p14"/>
            <p:cNvSpPr/>
            <p:nvPr/>
          </p:nvSpPr>
          <p:spPr>
            <a:xfrm>
              <a:off x="2859873" y="853971"/>
              <a:ext cx="1068600" cy="1068600"/>
            </a:xfrm>
            <a:prstGeom prst="ellipse">
              <a:avLst/>
            </a:prstGeom>
            <a:solidFill>
              <a:srgbClr val="9999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Light"/>
                <a:ea typeface="Poppins Light"/>
                <a:cs typeface="Poppins Light"/>
                <a:sym typeface="Poppins Light"/>
              </a:endParaRPr>
            </a:p>
          </p:txBody>
        </p:sp>
        <p:sp>
          <p:nvSpPr>
            <p:cNvPr id="352" name="Google Shape;352;p14"/>
            <p:cNvSpPr txBox="1"/>
            <p:nvPr/>
          </p:nvSpPr>
          <p:spPr>
            <a:xfrm>
              <a:off x="3012800" y="1022197"/>
              <a:ext cx="762600" cy="732300"/>
            </a:xfrm>
            <a:prstGeom prst="rect">
              <a:avLst/>
            </a:prstGeom>
            <a:solidFill>
              <a:srgbClr val="999999"/>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800"/>
                <a:buFont typeface="Arial"/>
                <a:buNone/>
              </a:pPr>
              <a:r>
                <a:rPr b="1" i="0" lang="en-US" sz="800" u="none" cap="none" strike="noStrike">
                  <a:solidFill>
                    <a:srgbClr val="FFFFFF"/>
                  </a:solidFill>
                  <a:latin typeface="Poppins Light"/>
                  <a:ea typeface="Poppins Light"/>
                  <a:cs typeface="Poppins Light"/>
                  <a:sym typeface="Poppins Light"/>
                </a:rPr>
                <a:t>TEAM PLAYER</a:t>
              </a:r>
              <a:endParaRPr b="1" i="0" sz="800" u="none" cap="none" strike="noStrike">
                <a:solidFill>
                  <a:srgbClr val="FFFFFF"/>
                </a:solidFill>
                <a:latin typeface="Poppins Light"/>
                <a:ea typeface="Poppins Light"/>
                <a:cs typeface="Poppins Light"/>
                <a:sym typeface="Poppins Light"/>
              </a:endParaRPr>
            </a:p>
          </p:txBody>
        </p:sp>
      </p:grpSp>
      <p:sp>
        <p:nvSpPr>
          <p:cNvPr id="353" name="Google Shape;353;p14"/>
          <p:cNvSpPr txBox="1"/>
          <p:nvPr/>
        </p:nvSpPr>
        <p:spPr>
          <a:xfrm>
            <a:off x="330040" y="611758"/>
            <a:ext cx="3890760" cy="4258800"/>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marR="0" rtl="0" algn="just">
              <a:lnSpc>
                <a:spcPct val="120000"/>
              </a:lnSpc>
              <a:spcBef>
                <a:spcPts val="0"/>
              </a:spcBef>
              <a:spcAft>
                <a:spcPts val="0"/>
              </a:spcAft>
              <a:buClr>
                <a:srgbClr val="000000"/>
              </a:buClr>
              <a:buSzPct val="154440"/>
              <a:buFont typeface="Arial"/>
              <a:buChar char="•"/>
            </a:pPr>
            <a:r>
              <a:rPr b="1" i="0" lang="en-US" sz="1400" u="sng" cap="none" strike="noStrike">
                <a:solidFill>
                  <a:srgbClr val="000000"/>
                </a:solidFill>
                <a:latin typeface="Arial"/>
                <a:ea typeface="Arial"/>
                <a:cs typeface="Arial"/>
                <a:sym typeface="Arial"/>
              </a:rPr>
              <a:t>DEPTH OF INVOLVEMENT: </a:t>
            </a:r>
            <a:r>
              <a:rPr b="0" i="0" lang="en-US" sz="1400" u="none" cap="none" strike="noStrike">
                <a:solidFill>
                  <a:srgbClr val="000000"/>
                </a:solidFill>
                <a:latin typeface="Arial"/>
                <a:ea typeface="Arial"/>
                <a:cs typeface="Arial"/>
                <a:sym typeface="Arial"/>
              </a:rPr>
              <a:t>Show that you have been committed to one or more activities for a length of time, preferably three or more years. Show that you have advanced within at least one activity and consistently devoted substantial time to it over several years.</a:t>
            </a:r>
            <a:endParaRPr b="0" i="0" sz="1400" u="none" cap="none" strike="noStrike">
              <a:solidFill>
                <a:srgbClr val="000000"/>
              </a:solidFill>
              <a:latin typeface="Arial"/>
              <a:ea typeface="Arial"/>
              <a:cs typeface="Arial"/>
              <a:sym typeface="Arial"/>
            </a:endParaRPr>
          </a:p>
          <a:p>
            <a:pPr indent="-228600" lvl="0" marL="228600" marR="0" rtl="0" algn="just">
              <a:lnSpc>
                <a:spcPct val="120000"/>
              </a:lnSpc>
              <a:spcBef>
                <a:spcPts val="1000"/>
              </a:spcBef>
              <a:spcAft>
                <a:spcPts val="0"/>
              </a:spcAft>
              <a:buClr>
                <a:srgbClr val="000000"/>
              </a:buClr>
              <a:buSzPct val="154440"/>
              <a:buFont typeface="Arial"/>
              <a:buChar char="•"/>
            </a:pPr>
            <a:r>
              <a:rPr b="1" i="0" lang="en-US" sz="1400" u="sng" cap="none" strike="noStrike">
                <a:solidFill>
                  <a:srgbClr val="000000"/>
                </a:solidFill>
                <a:latin typeface="Arial"/>
                <a:ea typeface="Arial"/>
                <a:cs typeface="Arial"/>
                <a:sym typeface="Arial"/>
              </a:rPr>
              <a:t>LEADERSHIP: </a:t>
            </a:r>
            <a:r>
              <a:rPr b="0" i="0" lang="en-US" sz="1400" u="none" cap="none" strike="noStrike">
                <a:solidFill>
                  <a:srgbClr val="000000"/>
                </a:solidFill>
                <a:latin typeface="Arial"/>
                <a:ea typeface="Arial"/>
                <a:cs typeface="Arial"/>
                <a:sym typeface="Arial"/>
              </a:rPr>
              <a:t>Show that you have taken on an important leadership role in at least one activity. This means founding a club or group, becoming elected into the student government, etc.(Chairlady/Vice Chairlady, Chairperson, Founder/Co-founder, Team Leader…) Show that you can motivate others around you to contribute their best efforts to a common cause.</a:t>
            </a:r>
            <a:endParaRPr b="0" i="0" sz="1400" u="none" cap="none" strike="noStrike">
              <a:solidFill>
                <a:srgbClr val="000000"/>
              </a:solidFill>
              <a:latin typeface="Arial"/>
              <a:ea typeface="Arial"/>
              <a:cs typeface="Arial"/>
              <a:sym typeface="Arial"/>
            </a:endParaRPr>
          </a:p>
          <a:p>
            <a:pPr indent="-228600" lvl="0" marL="228600" marR="0" rtl="0" algn="just">
              <a:lnSpc>
                <a:spcPct val="120000"/>
              </a:lnSpc>
              <a:spcBef>
                <a:spcPts val="1000"/>
              </a:spcBef>
              <a:spcAft>
                <a:spcPts val="0"/>
              </a:spcAft>
              <a:buClr>
                <a:srgbClr val="000000"/>
              </a:buClr>
              <a:buSzPct val="154440"/>
              <a:buFont typeface="Arial"/>
              <a:buChar char="•"/>
            </a:pPr>
            <a:r>
              <a:rPr b="1" i="0" lang="en-US" sz="1400" u="sng" cap="none" strike="noStrike">
                <a:solidFill>
                  <a:srgbClr val="000000"/>
                </a:solidFill>
                <a:latin typeface="Arial"/>
                <a:ea typeface="Arial"/>
                <a:cs typeface="Arial"/>
                <a:sym typeface="Arial"/>
              </a:rPr>
              <a:t>TEAM PLAYER:</a:t>
            </a:r>
            <a:r>
              <a:rPr b="0" i="0" lang="en-US" sz="1400" u="sng" cap="none" strike="noStrike">
                <a:solidFill>
                  <a:srgbClr val="000000"/>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In as much as you want to show that you have been a leader, you want to show the AOs that you can work well in a team, a core requirement in your freshman year,</a:t>
            </a:r>
            <a:endParaRPr b="0" i="0" sz="1400" u="none" cap="none" strike="noStrike">
              <a:solidFill>
                <a:srgbClr val="000000"/>
              </a:solidFill>
              <a:latin typeface="Arial"/>
              <a:ea typeface="Arial"/>
              <a:cs typeface="Arial"/>
              <a:sym typeface="Arial"/>
            </a:endParaRPr>
          </a:p>
          <a:p>
            <a:pPr indent="-101600" lvl="0" marL="228600" marR="0" rtl="0" algn="l">
              <a:lnSpc>
                <a:spcPct val="120000"/>
              </a:lnSpc>
              <a:spcBef>
                <a:spcPts val="1000"/>
              </a:spcBef>
              <a:spcAft>
                <a:spcPts val="0"/>
              </a:spcAft>
              <a:buClr>
                <a:srgbClr val="000000"/>
              </a:buClr>
              <a:buSzPct val="1000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15"/>
          <p:cNvSpPr txBox="1"/>
          <p:nvPr>
            <p:ph type="title"/>
          </p:nvPr>
        </p:nvSpPr>
        <p:spPr>
          <a:xfrm>
            <a:off x="419897" y="643702"/>
            <a:ext cx="3113100" cy="683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US" sz="2400"/>
              <a:t>AVOID BEING ALL-ROUNDED!!</a:t>
            </a:r>
            <a:endParaRPr sz="2400"/>
          </a:p>
        </p:txBody>
      </p:sp>
      <p:sp>
        <p:nvSpPr>
          <p:cNvPr id="359" name="Google Shape;359;p15"/>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US"/>
              <a:t>‹#›</a:t>
            </a:fld>
            <a:endParaRPr/>
          </a:p>
        </p:txBody>
      </p:sp>
      <p:grpSp>
        <p:nvGrpSpPr>
          <p:cNvPr id="360" name="Google Shape;360;p15"/>
          <p:cNvGrpSpPr/>
          <p:nvPr/>
        </p:nvGrpSpPr>
        <p:grpSpPr>
          <a:xfrm rot="2732727">
            <a:off x="2504269" y="717107"/>
            <a:ext cx="3249094" cy="2547000"/>
            <a:chOff x="1293737" y="1258050"/>
            <a:chExt cx="2726286" cy="2547000"/>
          </a:xfrm>
        </p:grpSpPr>
        <p:sp>
          <p:nvSpPr>
            <p:cNvPr id="361" name="Google Shape;361;p15"/>
            <p:cNvSpPr/>
            <p:nvPr/>
          </p:nvSpPr>
          <p:spPr>
            <a:xfrm rot="2700000">
              <a:off x="2286374" y="1011412"/>
              <a:ext cx="561726" cy="3040276"/>
            </a:xfrm>
            <a:prstGeom prst="roundRect">
              <a:avLst>
                <a:gd fmla="val 50000" name="adj"/>
              </a:avLst>
            </a:pr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Light"/>
                <a:ea typeface="Poppins Light"/>
                <a:cs typeface="Poppins Light"/>
                <a:sym typeface="Poppins Light"/>
              </a:endParaRPr>
            </a:p>
          </p:txBody>
        </p:sp>
        <p:sp>
          <p:nvSpPr>
            <p:cNvPr id="362" name="Google Shape;362;p15"/>
            <p:cNvSpPr/>
            <p:nvPr/>
          </p:nvSpPr>
          <p:spPr>
            <a:xfrm>
              <a:off x="1531834" y="3296072"/>
              <a:ext cx="374100" cy="374100"/>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Poppins"/>
                  <a:ea typeface="Poppins"/>
                  <a:cs typeface="Poppins"/>
                  <a:sym typeface="Poppins"/>
                </a:rPr>
                <a:t>1</a:t>
              </a:r>
              <a:endParaRPr b="1" i="0" sz="1200" u="none" cap="none" strike="noStrike">
                <a:solidFill>
                  <a:srgbClr val="000000"/>
                </a:solidFill>
                <a:latin typeface="Poppins"/>
                <a:ea typeface="Poppins"/>
                <a:cs typeface="Poppins"/>
                <a:sym typeface="Poppins"/>
              </a:endParaRPr>
            </a:p>
          </p:txBody>
        </p:sp>
        <p:sp>
          <p:nvSpPr>
            <p:cNvPr id="363" name="Google Shape;363;p15"/>
            <p:cNvSpPr txBox="1"/>
            <p:nvPr/>
          </p:nvSpPr>
          <p:spPr>
            <a:xfrm rot="-2700000">
              <a:off x="1503012" y="2194719"/>
              <a:ext cx="2332604" cy="393293"/>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Poppins"/>
                  <a:ea typeface="Poppins"/>
                  <a:cs typeface="Poppins"/>
                  <a:sym typeface="Poppins"/>
                </a:rPr>
                <a:t>Possession of at least two dimensions</a:t>
              </a:r>
              <a:endParaRPr b="1" i="0" sz="1100" u="none" cap="none" strike="noStrike">
                <a:solidFill>
                  <a:srgbClr val="FFFFFF"/>
                </a:solidFill>
                <a:latin typeface="Poppins"/>
                <a:ea typeface="Poppins"/>
                <a:cs typeface="Poppins"/>
                <a:sym typeface="Poppins"/>
              </a:endParaRPr>
            </a:p>
          </p:txBody>
        </p:sp>
        <p:sp>
          <p:nvSpPr>
            <p:cNvPr id="364" name="Google Shape;364;p15"/>
            <p:cNvSpPr txBox="1"/>
            <p:nvPr/>
          </p:nvSpPr>
          <p:spPr>
            <a:xfrm rot="-2700000">
              <a:off x="1959709" y="2550697"/>
              <a:ext cx="2203628" cy="507420"/>
            </a:xfrm>
            <a:prstGeom prst="rect">
              <a:avLst/>
            </a:prstGeom>
            <a:noFill/>
            <a:ln>
              <a:noFill/>
            </a:ln>
          </p:spPr>
          <p:txBody>
            <a:bodyPr anchorCtr="0" anchor="t" bIns="91425" lIns="91425" spcFirstLastPara="1" rIns="91425" wrap="square" tIns="91425">
              <a:noAutofit/>
            </a:bodyPr>
            <a:lstStyle/>
            <a:p>
              <a:pPr indent="0" lvl="0" marL="0" marR="0" rtl="0" algn="just">
                <a:lnSpc>
                  <a:spcPct val="12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You want to present yourself as a focused individual with a memorable profile, not someone who dabbles in everything without much commitment to any one particular activity. But avoiding the tag of “well-rounded student” does not mean you should become one-dimensional. Be sure that there is at least one activity you can point to that stands out as not fitting into your main positioning effort.</a:t>
              </a:r>
              <a:endParaRPr b="0" i="0" sz="1400" u="none" cap="none" strike="noStrike">
                <a:solidFill>
                  <a:srgbClr val="000000"/>
                </a:solidFill>
                <a:latin typeface="Arial"/>
                <a:ea typeface="Arial"/>
                <a:cs typeface="Arial"/>
                <a:sym typeface="Arial"/>
              </a:endParaRPr>
            </a:p>
          </p:txBody>
        </p:sp>
      </p:grpSp>
      <p:grpSp>
        <p:nvGrpSpPr>
          <p:cNvPr id="365" name="Google Shape;365;p15"/>
          <p:cNvGrpSpPr/>
          <p:nvPr/>
        </p:nvGrpSpPr>
        <p:grpSpPr>
          <a:xfrm rot="2689542">
            <a:off x="6148378" y="707764"/>
            <a:ext cx="2726286" cy="2547000"/>
            <a:chOff x="5123977" y="1258050"/>
            <a:chExt cx="2726286" cy="2547000"/>
          </a:xfrm>
        </p:grpSpPr>
        <p:sp>
          <p:nvSpPr>
            <p:cNvPr id="366" name="Google Shape;366;p15"/>
            <p:cNvSpPr/>
            <p:nvPr/>
          </p:nvSpPr>
          <p:spPr>
            <a:xfrm rot="2700000">
              <a:off x="6116614" y="1011412"/>
              <a:ext cx="561726" cy="3040276"/>
            </a:xfrm>
            <a:prstGeom prst="roundRect">
              <a:avLst>
                <a:gd fmla="val 50000" name="adj"/>
              </a:avLst>
            </a:prstGeom>
            <a:solidFill>
              <a:srgbClr val="B7B7B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Light"/>
                <a:ea typeface="Poppins Light"/>
                <a:cs typeface="Poppins Light"/>
                <a:sym typeface="Poppins Light"/>
              </a:endParaRPr>
            </a:p>
          </p:txBody>
        </p:sp>
        <p:sp>
          <p:nvSpPr>
            <p:cNvPr id="367" name="Google Shape;367;p15"/>
            <p:cNvSpPr/>
            <p:nvPr/>
          </p:nvSpPr>
          <p:spPr>
            <a:xfrm>
              <a:off x="5340992" y="3205393"/>
              <a:ext cx="374100" cy="374100"/>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B7B7B7"/>
                  </a:solidFill>
                  <a:latin typeface="Poppins"/>
                  <a:ea typeface="Poppins"/>
                  <a:cs typeface="Poppins"/>
                  <a:sym typeface="Poppins"/>
                </a:rPr>
                <a:t>2</a:t>
              </a:r>
              <a:endParaRPr b="1" i="0" sz="1200" u="none" cap="none" strike="noStrike">
                <a:solidFill>
                  <a:srgbClr val="B7B7B7"/>
                </a:solidFill>
                <a:latin typeface="Poppins"/>
                <a:ea typeface="Poppins"/>
                <a:cs typeface="Poppins"/>
                <a:sym typeface="Poppins"/>
              </a:endParaRPr>
            </a:p>
          </p:txBody>
        </p:sp>
        <p:sp>
          <p:nvSpPr>
            <p:cNvPr id="368" name="Google Shape;368;p15"/>
            <p:cNvSpPr txBox="1"/>
            <p:nvPr/>
          </p:nvSpPr>
          <p:spPr>
            <a:xfrm rot="-2700000">
              <a:off x="5323970" y="2238203"/>
              <a:ext cx="2341513" cy="393293"/>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Poppins"/>
                  <a:ea typeface="Poppins"/>
                  <a:cs typeface="Poppins"/>
                  <a:sym typeface="Poppins"/>
                </a:rPr>
                <a:t>NOTE</a:t>
              </a:r>
              <a:endParaRPr b="1" i="0" sz="1100" u="none" cap="none" strike="noStrike">
                <a:solidFill>
                  <a:srgbClr val="FFFFFF"/>
                </a:solidFill>
                <a:latin typeface="Poppins"/>
                <a:ea typeface="Poppins"/>
                <a:cs typeface="Poppins"/>
                <a:sym typeface="Poppins"/>
              </a:endParaRPr>
            </a:p>
          </p:txBody>
        </p:sp>
        <p:sp>
          <p:nvSpPr>
            <p:cNvPr id="369" name="Google Shape;369;p15"/>
            <p:cNvSpPr txBox="1"/>
            <p:nvPr/>
          </p:nvSpPr>
          <p:spPr>
            <a:xfrm rot="-2700000">
              <a:off x="5789949" y="2550697"/>
              <a:ext cx="2203628" cy="50742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1600"/>
                </a:spcAft>
                <a:buClr>
                  <a:srgbClr val="000000"/>
                </a:buClr>
                <a:buSzPts val="1100"/>
                <a:buFont typeface="Arial"/>
                <a:buNone/>
              </a:pPr>
              <a:r>
                <a:rPr b="0" i="0" lang="en-US" sz="1100" u="none" cap="none" strike="noStrike">
                  <a:solidFill>
                    <a:srgbClr val="000000"/>
                  </a:solidFill>
                  <a:latin typeface="Arial"/>
                  <a:ea typeface="Arial"/>
                  <a:cs typeface="Arial"/>
                  <a:sym typeface="Arial"/>
                </a:rPr>
                <a:t>Some diversity is good in the sense that you have one primary interest and at most two secondary interests make your application stand out for instance Agriculture, community, and environmental awareness. </a:t>
              </a:r>
              <a:endParaRPr b="0" i="0" sz="800" u="none" cap="none" strike="noStrike">
                <a:solidFill>
                  <a:srgbClr val="000000"/>
                </a:solidFill>
                <a:latin typeface="Poppins Light"/>
                <a:ea typeface="Poppins Light"/>
                <a:cs typeface="Poppins Light"/>
                <a:sym typeface="Poppins Light"/>
              </a:endParaRPr>
            </a:p>
          </p:txBody>
        </p:sp>
      </p:grpSp>
      <p:pic>
        <p:nvPicPr>
          <p:cNvPr descr="Bitten apples sale pop art Royalty Free Vector Image" id="370" name="Google Shape;370;p15"/>
          <p:cNvPicPr preferRelativeResize="0"/>
          <p:nvPr/>
        </p:nvPicPr>
        <p:blipFill rotWithShape="1">
          <a:blip r:embed="rId3">
            <a:alphaModFix/>
          </a:blip>
          <a:srcRect b="9213" l="-500" r="499" t="0"/>
          <a:stretch/>
        </p:blipFill>
        <p:spPr>
          <a:xfrm>
            <a:off x="182356" y="2361521"/>
            <a:ext cx="2057400" cy="201485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16"/>
          <p:cNvSpPr txBox="1"/>
          <p:nvPr>
            <p:ph type="title"/>
          </p:nvPr>
        </p:nvSpPr>
        <p:spPr>
          <a:xfrm>
            <a:off x="457200" y="1166125"/>
            <a:ext cx="5220300" cy="683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US" sz="2800"/>
              <a:t>HOW MANY ACTIVITIES SHOULD YOU LIST?</a:t>
            </a:r>
            <a:endParaRPr sz="2800"/>
          </a:p>
        </p:txBody>
      </p:sp>
      <p:sp>
        <p:nvSpPr>
          <p:cNvPr id="376" name="Google Shape;376;p16"/>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US"/>
              <a:t>‹#›</a:t>
            </a:fld>
            <a:endParaRPr/>
          </a:p>
        </p:txBody>
      </p:sp>
      <p:pic>
        <p:nvPicPr>
          <p:cNvPr id="377" name="Google Shape;377;p16"/>
          <p:cNvPicPr preferRelativeResize="0"/>
          <p:nvPr/>
        </p:nvPicPr>
        <p:blipFill rotWithShape="1">
          <a:blip r:embed="rId3">
            <a:alphaModFix/>
          </a:blip>
          <a:srcRect b="0" l="0" r="0" t="0"/>
          <a:stretch/>
        </p:blipFill>
        <p:spPr>
          <a:xfrm>
            <a:off x="6372150" y="1054450"/>
            <a:ext cx="3034500" cy="3034500"/>
          </a:xfrm>
          <a:prstGeom prst="ellipse">
            <a:avLst/>
          </a:prstGeom>
          <a:noFill/>
          <a:ln>
            <a:noFill/>
          </a:ln>
        </p:spPr>
      </p:pic>
      <p:grpSp>
        <p:nvGrpSpPr>
          <p:cNvPr id="378" name="Google Shape;378;p16"/>
          <p:cNvGrpSpPr/>
          <p:nvPr/>
        </p:nvGrpSpPr>
        <p:grpSpPr>
          <a:xfrm>
            <a:off x="5853100" y="3068600"/>
            <a:ext cx="1539600" cy="1539600"/>
            <a:chOff x="6680825" y="2549350"/>
            <a:chExt cx="1539600" cy="1539600"/>
          </a:xfrm>
        </p:grpSpPr>
        <p:sp>
          <p:nvSpPr>
            <p:cNvPr id="379" name="Google Shape;379;p16"/>
            <p:cNvSpPr/>
            <p:nvPr/>
          </p:nvSpPr>
          <p:spPr>
            <a:xfrm>
              <a:off x="6825669" y="2694194"/>
              <a:ext cx="1249800" cy="1249800"/>
            </a:xfrm>
            <a:prstGeom prst="ellipse">
              <a:avLst/>
            </a:prstGeom>
            <a:solidFill>
              <a:srgbClr val="000000">
                <a:alpha val="1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16"/>
            <p:cNvSpPr/>
            <p:nvPr/>
          </p:nvSpPr>
          <p:spPr>
            <a:xfrm>
              <a:off x="6894850" y="2763375"/>
              <a:ext cx="1111200" cy="1111200"/>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16"/>
            <p:cNvSpPr/>
            <p:nvPr/>
          </p:nvSpPr>
          <p:spPr>
            <a:xfrm>
              <a:off x="6680825" y="2549350"/>
              <a:ext cx="1539600" cy="1539600"/>
            </a:xfrm>
            <a:prstGeom prst="donut">
              <a:avLst>
                <a:gd fmla="val 675" name="adj"/>
              </a:avLst>
            </a:prstGeom>
            <a:solidFill>
              <a:srgbClr val="000000">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82" name="Google Shape;382;p16"/>
          <p:cNvGrpSpPr/>
          <p:nvPr/>
        </p:nvGrpSpPr>
        <p:grpSpPr>
          <a:xfrm>
            <a:off x="6451459" y="3663368"/>
            <a:ext cx="342882" cy="350068"/>
            <a:chOff x="3951850" y="2985350"/>
            <a:chExt cx="407950" cy="416500"/>
          </a:xfrm>
        </p:grpSpPr>
        <p:sp>
          <p:nvSpPr>
            <p:cNvPr id="383" name="Google Shape;383;p16"/>
            <p:cNvSpPr/>
            <p:nvPr/>
          </p:nvSpPr>
          <p:spPr>
            <a:xfrm>
              <a:off x="3951850" y="2985350"/>
              <a:ext cx="314800" cy="314825"/>
            </a:xfrm>
            <a:custGeom>
              <a:rect b="b" l="l" r="r" t="t"/>
              <a:pathLst>
                <a:path extrusionOk="0" fill="none" h="12593" w="12592">
                  <a:moveTo>
                    <a:pt x="6284" y="1"/>
                  </a:moveTo>
                  <a:lnTo>
                    <a:pt x="6284" y="1"/>
                  </a:lnTo>
                  <a:lnTo>
                    <a:pt x="5967" y="25"/>
                  </a:lnTo>
                  <a:lnTo>
                    <a:pt x="5651" y="49"/>
                  </a:lnTo>
                  <a:lnTo>
                    <a:pt x="5334" y="74"/>
                  </a:lnTo>
                  <a:lnTo>
                    <a:pt x="5017" y="147"/>
                  </a:lnTo>
                  <a:lnTo>
                    <a:pt x="4725" y="220"/>
                  </a:lnTo>
                  <a:lnTo>
                    <a:pt x="4433" y="293"/>
                  </a:lnTo>
                  <a:lnTo>
                    <a:pt x="4141" y="390"/>
                  </a:lnTo>
                  <a:lnTo>
                    <a:pt x="3848" y="512"/>
                  </a:lnTo>
                  <a:lnTo>
                    <a:pt x="3556" y="634"/>
                  </a:lnTo>
                  <a:lnTo>
                    <a:pt x="3288" y="780"/>
                  </a:lnTo>
                  <a:lnTo>
                    <a:pt x="3020" y="926"/>
                  </a:lnTo>
                  <a:lnTo>
                    <a:pt x="2777" y="1072"/>
                  </a:lnTo>
                  <a:lnTo>
                    <a:pt x="2290" y="1437"/>
                  </a:lnTo>
                  <a:lnTo>
                    <a:pt x="1851" y="1852"/>
                  </a:lnTo>
                  <a:lnTo>
                    <a:pt x="1437" y="2290"/>
                  </a:lnTo>
                  <a:lnTo>
                    <a:pt x="1072" y="2777"/>
                  </a:lnTo>
                  <a:lnTo>
                    <a:pt x="901" y="3045"/>
                  </a:lnTo>
                  <a:lnTo>
                    <a:pt x="755" y="3313"/>
                  </a:lnTo>
                  <a:lnTo>
                    <a:pt x="609" y="3581"/>
                  </a:lnTo>
                  <a:lnTo>
                    <a:pt x="487" y="3849"/>
                  </a:lnTo>
                  <a:lnTo>
                    <a:pt x="390" y="4141"/>
                  </a:lnTo>
                  <a:lnTo>
                    <a:pt x="292" y="4433"/>
                  </a:lnTo>
                  <a:lnTo>
                    <a:pt x="195" y="4725"/>
                  </a:lnTo>
                  <a:lnTo>
                    <a:pt x="122" y="5042"/>
                  </a:lnTo>
                  <a:lnTo>
                    <a:pt x="73" y="5334"/>
                  </a:lnTo>
                  <a:lnTo>
                    <a:pt x="25" y="5651"/>
                  </a:lnTo>
                  <a:lnTo>
                    <a:pt x="0" y="5968"/>
                  </a:lnTo>
                  <a:lnTo>
                    <a:pt x="0" y="6308"/>
                  </a:lnTo>
                  <a:lnTo>
                    <a:pt x="0" y="6308"/>
                  </a:lnTo>
                  <a:lnTo>
                    <a:pt x="0" y="6625"/>
                  </a:lnTo>
                  <a:lnTo>
                    <a:pt x="25" y="6942"/>
                  </a:lnTo>
                  <a:lnTo>
                    <a:pt x="73" y="7258"/>
                  </a:lnTo>
                  <a:lnTo>
                    <a:pt x="122" y="7575"/>
                  </a:lnTo>
                  <a:lnTo>
                    <a:pt x="195" y="7867"/>
                  </a:lnTo>
                  <a:lnTo>
                    <a:pt x="292" y="8184"/>
                  </a:lnTo>
                  <a:lnTo>
                    <a:pt x="390" y="8476"/>
                  </a:lnTo>
                  <a:lnTo>
                    <a:pt x="487" y="8744"/>
                  </a:lnTo>
                  <a:lnTo>
                    <a:pt x="609" y="9036"/>
                  </a:lnTo>
                  <a:lnTo>
                    <a:pt x="755" y="9304"/>
                  </a:lnTo>
                  <a:lnTo>
                    <a:pt x="901" y="9572"/>
                  </a:lnTo>
                  <a:lnTo>
                    <a:pt x="1072" y="9816"/>
                  </a:lnTo>
                  <a:lnTo>
                    <a:pt x="1437" y="10303"/>
                  </a:lnTo>
                  <a:lnTo>
                    <a:pt x="1851" y="10741"/>
                  </a:lnTo>
                  <a:lnTo>
                    <a:pt x="2290" y="11155"/>
                  </a:lnTo>
                  <a:lnTo>
                    <a:pt x="2777" y="11520"/>
                  </a:lnTo>
                  <a:lnTo>
                    <a:pt x="3020" y="11691"/>
                  </a:lnTo>
                  <a:lnTo>
                    <a:pt x="3288" y="11837"/>
                  </a:lnTo>
                  <a:lnTo>
                    <a:pt x="3556" y="11983"/>
                  </a:lnTo>
                  <a:lnTo>
                    <a:pt x="3848" y="12105"/>
                  </a:lnTo>
                  <a:lnTo>
                    <a:pt x="4141" y="12202"/>
                  </a:lnTo>
                  <a:lnTo>
                    <a:pt x="4433" y="12300"/>
                  </a:lnTo>
                  <a:lnTo>
                    <a:pt x="4725" y="12397"/>
                  </a:lnTo>
                  <a:lnTo>
                    <a:pt x="5017" y="12470"/>
                  </a:lnTo>
                  <a:lnTo>
                    <a:pt x="5334" y="12519"/>
                  </a:lnTo>
                  <a:lnTo>
                    <a:pt x="5651" y="12568"/>
                  </a:lnTo>
                  <a:lnTo>
                    <a:pt x="5967" y="12592"/>
                  </a:lnTo>
                  <a:lnTo>
                    <a:pt x="6284" y="12592"/>
                  </a:lnTo>
                  <a:lnTo>
                    <a:pt x="6284" y="12592"/>
                  </a:lnTo>
                  <a:lnTo>
                    <a:pt x="6625" y="12592"/>
                  </a:lnTo>
                  <a:lnTo>
                    <a:pt x="6941" y="12568"/>
                  </a:lnTo>
                  <a:lnTo>
                    <a:pt x="7258" y="12519"/>
                  </a:lnTo>
                  <a:lnTo>
                    <a:pt x="7550" y="12470"/>
                  </a:lnTo>
                  <a:lnTo>
                    <a:pt x="7867" y="12397"/>
                  </a:lnTo>
                  <a:lnTo>
                    <a:pt x="8159" y="12300"/>
                  </a:lnTo>
                  <a:lnTo>
                    <a:pt x="8451" y="12202"/>
                  </a:lnTo>
                  <a:lnTo>
                    <a:pt x="8744" y="12105"/>
                  </a:lnTo>
                  <a:lnTo>
                    <a:pt x="9012" y="11983"/>
                  </a:lnTo>
                  <a:lnTo>
                    <a:pt x="9279" y="11837"/>
                  </a:lnTo>
                  <a:lnTo>
                    <a:pt x="9547" y="11691"/>
                  </a:lnTo>
                  <a:lnTo>
                    <a:pt x="9815" y="11520"/>
                  </a:lnTo>
                  <a:lnTo>
                    <a:pt x="10302" y="11155"/>
                  </a:lnTo>
                  <a:lnTo>
                    <a:pt x="10741" y="10741"/>
                  </a:lnTo>
                  <a:lnTo>
                    <a:pt x="11155" y="10303"/>
                  </a:lnTo>
                  <a:lnTo>
                    <a:pt x="11520" y="9816"/>
                  </a:lnTo>
                  <a:lnTo>
                    <a:pt x="11666" y="9572"/>
                  </a:lnTo>
                  <a:lnTo>
                    <a:pt x="11812" y="9304"/>
                  </a:lnTo>
                  <a:lnTo>
                    <a:pt x="11958" y="9036"/>
                  </a:lnTo>
                  <a:lnTo>
                    <a:pt x="12080" y="8744"/>
                  </a:lnTo>
                  <a:lnTo>
                    <a:pt x="12202" y="8476"/>
                  </a:lnTo>
                  <a:lnTo>
                    <a:pt x="12299" y="8184"/>
                  </a:lnTo>
                  <a:lnTo>
                    <a:pt x="12397" y="7867"/>
                  </a:lnTo>
                  <a:lnTo>
                    <a:pt x="12446" y="7575"/>
                  </a:lnTo>
                  <a:lnTo>
                    <a:pt x="12519" y="7258"/>
                  </a:lnTo>
                  <a:lnTo>
                    <a:pt x="12543" y="6942"/>
                  </a:lnTo>
                  <a:lnTo>
                    <a:pt x="12567" y="6625"/>
                  </a:lnTo>
                  <a:lnTo>
                    <a:pt x="12592" y="6308"/>
                  </a:lnTo>
                  <a:lnTo>
                    <a:pt x="12592" y="6308"/>
                  </a:lnTo>
                  <a:lnTo>
                    <a:pt x="12567" y="5968"/>
                  </a:lnTo>
                  <a:lnTo>
                    <a:pt x="12543" y="5651"/>
                  </a:lnTo>
                  <a:lnTo>
                    <a:pt x="12519" y="5334"/>
                  </a:lnTo>
                  <a:lnTo>
                    <a:pt x="12446" y="5042"/>
                  </a:lnTo>
                  <a:lnTo>
                    <a:pt x="12397" y="4725"/>
                  </a:lnTo>
                  <a:lnTo>
                    <a:pt x="12299" y="4433"/>
                  </a:lnTo>
                  <a:lnTo>
                    <a:pt x="12202" y="4141"/>
                  </a:lnTo>
                  <a:lnTo>
                    <a:pt x="12080" y="3849"/>
                  </a:lnTo>
                  <a:lnTo>
                    <a:pt x="11958" y="3581"/>
                  </a:lnTo>
                  <a:lnTo>
                    <a:pt x="11812" y="3313"/>
                  </a:lnTo>
                  <a:lnTo>
                    <a:pt x="11666" y="3045"/>
                  </a:lnTo>
                  <a:lnTo>
                    <a:pt x="11520" y="2777"/>
                  </a:lnTo>
                  <a:lnTo>
                    <a:pt x="11155" y="2290"/>
                  </a:lnTo>
                  <a:lnTo>
                    <a:pt x="10741" y="1852"/>
                  </a:lnTo>
                  <a:lnTo>
                    <a:pt x="10302" y="1437"/>
                  </a:lnTo>
                  <a:lnTo>
                    <a:pt x="9815" y="1072"/>
                  </a:lnTo>
                  <a:lnTo>
                    <a:pt x="9547" y="926"/>
                  </a:lnTo>
                  <a:lnTo>
                    <a:pt x="9279" y="780"/>
                  </a:lnTo>
                  <a:lnTo>
                    <a:pt x="9012" y="634"/>
                  </a:lnTo>
                  <a:lnTo>
                    <a:pt x="8744" y="512"/>
                  </a:lnTo>
                  <a:lnTo>
                    <a:pt x="8451" y="390"/>
                  </a:lnTo>
                  <a:lnTo>
                    <a:pt x="8159" y="293"/>
                  </a:lnTo>
                  <a:lnTo>
                    <a:pt x="7867" y="220"/>
                  </a:lnTo>
                  <a:lnTo>
                    <a:pt x="7550" y="147"/>
                  </a:lnTo>
                  <a:lnTo>
                    <a:pt x="7258" y="74"/>
                  </a:lnTo>
                  <a:lnTo>
                    <a:pt x="6941" y="49"/>
                  </a:lnTo>
                  <a:lnTo>
                    <a:pt x="6625" y="25"/>
                  </a:lnTo>
                  <a:lnTo>
                    <a:pt x="6284" y="1"/>
                  </a:lnTo>
                  <a:lnTo>
                    <a:pt x="6284" y="1"/>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16"/>
            <p:cNvSpPr/>
            <p:nvPr/>
          </p:nvSpPr>
          <p:spPr>
            <a:xfrm>
              <a:off x="3988375" y="3021875"/>
              <a:ext cx="241750" cy="241750"/>
            </a:xfrm>
            <a:custGeom>
              <a:rect b="b" l="l" r="r" t="t"/>
              <a:pathLst>
                <a:path extrusionOk="0" fill="none" h="9670" w="9670">
                  <a:moveTo>
                    <a:pt x="4823" y="1"/>
                  </a:moveTo>
                  <a:lnTo>
                    <a:pt x="4823" y="1"/>
                  </a:lnTo>
                  <a:lnTo>
                    <a:pt x="4336" y="25"/>
                  </a:lnTo>
                  <a:lnTo>
                    <a:pt x="3849" y="98"/>
                  </a:lnTo>
                  <a:lnTo>
                    <a:pt x="3386" y="220"/>
                  </a:lnTo>
                  <a:lnTo>
                    <a:pt x="2947" y="391"/>
                  </a:lnTo>
                  <a:lnTo>
                    <a:pt x="2533" y="585"/>
                  </a:lnTo>
                  <a:lnTo>
                    <a:pt x="2144" y="829"/>
                  </a:lnTo>
                  <a:lnTo>
                    <a:pt x="1754" y="1121"/>
                  </a:lnTo>
                  <a:lnTo>
                    <a:pt x="1413" y="1438"/>
                  </a:lnTo>
                  <a:lnTo>
                    <a:pt x="1096" y="1779"/>
                  </a:lnTo>
                  <a:lnTo>
                    <a:pt x="829" y="2144"/>
                  </a:lnTo>
                  <a:lnTo>
                    <a:pt x="585" y="2534"/>
                  </a:lnTo>
                  <a:lnTo>
                    <a:pt x="390" y="2972"/>
                  </a:lnTo>
                  <a:lnTo>
                    <a:pt x="220" y="3411"/>
                  </a:lnTo>
                  <a:lnTo>
                    <a:pt x="98" y="3873"/>
                  </a:lnTo>
                  <a:lnTo>
                    <a:pt x="25" y="4336"/>
                  </a:lnTo>
                  <a:lnTo>
                    <a:pt x="1" y="4847"/>
                  </a:lnTo>
                  <a:lnTo>
                    <a:pt x="1" y="4847"/>
                  </a:lnTo>
                  <a:lnTo>
                    <a:pt x="25" y="5335"/>
                  </a:lnTo>
                  <a:lnTo>
                    <a:pt x="98" y="5822"/>
                  </a:lnTo>
                  <a:lnTo>
                    <a:pt x="220" y="6284"/>
                  </a:lnTo>
                  <a:lnTo>
                    <a:pt x="390" y="6723"/>
                  </a:lnTo>
                  <a:lnTo>
                    <a:pt x="585" y="7137"/>
                  </a:lnTo>
                  <a:lnTo>
                    <a:pt x="829" y="7527"/>
                  </a:lnTo>
                  <a:lnTo>
                    <a:pt x="1096" y="7916"/>
                  </a:lnTo>
                  <a:lnTo>
                    <a:pt x="1413" y="8257"/>
                  </a:lnTo>
                  <a:lnTo>
                    <a:pt x="1754" y="8574"/>
                  </a:lnTo>
                  <a:lnTo>
                    <a:pt x="2144" y="8842"/>
                  </a:lnTo>
                  <a:lnTo>
                    <a:pt x="2533" y="9085"/>
                  </a:lnTo>
                  <a:lnTo>
                    <a:pt x="2947" y="9280"/>
                  </a:lnTo>
                  <a:lnTo>
                    <a:pt x="3386" y="9451"/>
                  </a:lnTo>
                  <a:lnTo>
                    <a:pt x="3849" y="9572"/>
                  </a:lnTo>
                  <a:lnTo>
                    <a:pt x="4336" y="9645"/>
                  </a:lnTo>
                  <a:lnTo>
                    <a:pt x="4823" y="9670"/>
                  </a:lnTo>
                  <a:lnTo>
                    <a:pt x="4823" y="9670"/>
                  </a:lnTo>
                  <a:lnTo>
                    <a:pt x="5334" y="9645"/>
                  </a:lnTo>
                  <a:lnTo>
                    <a:pt x="5797" y="9572"/>
                  </a:lnTo>
                  <a:lnTo>
                    <a:pt x="6260" y="9451"/>
                  </a:lnTo>
                  <a:lnTo>
                    <a:pt x="6698" y="9280"/>
                  </a:lnTo>
                  <a:lnTo>
                    <a:pt x="7136" y="9085"/>
                  </a:lnTo>
                  <a:lnTo>
                    <a:pt x="7526" y="8842"/>
                  </a:lnTo>
                  <a:lnTo>
                    <a:pt x="7892" y="8574"/>
                  </a:lnTo>
                  <a:lnTo>
                    <a:pt x="8232" y="8257"/>
                  </a:lnTo>
                  <a:lnTo>
                    <a:pt x="8549" y="7916"/>
                  </a:lnTo>
                  <a:lnTo>
                    <a:pt x="8841" y="7527"/>
                  </a:lnTo>
                  <a:lnTo>
                    <a:pt x="9085" y="7137"/>
                  </a:lnTo>
                  <a:lnTo>
                    <a:pt x="9280" y="6723"/>
                  </a:lnTo>
                  <a:lnTo>
                    <a:pt x="9450" y="6284"/>
                  </a:lnTo>
                  <a:lnTo>
                    <a:pt x="9572" y="5822"/>
                  </a:lnTo>
                  <a:lnTo>
                    <a:pt x="9645" y="5335"/>
                  </a:lnTo>
                  <a:lnTo>
                    <a:pt x="9669" y="4847"/>
                  </a:lnTo>
                  <a:lnTo>
                    <a:pt x="9669" y="4847"/>
                  </a:lnTo>
                  <a:lnTo>
                    <a:pt x="9645" y="4336"/>
                  </a:lnTo>
                  <a:lnTo>
                    <a:pt x="9572" y="3873"/>
                  </a:lnTo>
                  <a:lnTo>
                    <a:pt x="9450" y="3411"/>
                  </a:lnTo>
                  <a:lnTo>
                    <a:pt x="9280" y="2972"/>
                  </a:lnTo>
                  <a:lnTo>
                    <a:pt x="9085" y="2534"/>
                  </a:lnTo>
                  <a:lnTo>
                    <a:pt x="8841" y="2144"/>
                  </a:lnTo>
                  <a:lnTo>
                    <a:pt x="8549" y="1779"/>
                  </a:lnTo>
                  <a:lnTo>
                    <a:pt x="8232" y="1438"/>
                  </a:lnTo>
                  <a:lnTo>
                    <a:pt x="7892" y="1121"/>
                  </a:lnTo>
                  <a:lnTo>
                    <a:pt x="7526" y="829"/>
                  </a:lnTo>
                  <a:lnTo>
                    <a:pt x="7136" y="585"/>
                  </a:lnTo>
                  <a:lnTo>
                    <a:pt x="6698" y="391"/>
                  </a:lnTo>
                  <a:lnTo>
                    <a:pt x="6260" y="220"/>
                  </a:lnTo>
                  <a:lnTo>
                    <a:pt x="5797" y="98"/>
                  </a:lnTo>
                  <a:lnTo>
                    <a:pt x="5334" y="25"/>
                  </a:lnTo>
                  <a:lnTo>
                    <a:pt x="4823" y="1"/>
                  </a:lnTo>
                  <a:lnTo>
                    <a:pt x="4823"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16"/>
            <p:cNvSpPr/>
            <p:nvPr/>
          </p:nvSpPr>
          <p:spPr>
            <a:xfrm>
              <a:off x="4024300" y="3058425"/>
              <a:ext cx="84650" cy="84650"/>
            </a:xfrm>
            <a:custGeom>
              <a:rect b="b" l="l" r="r" t="t"/>
              <a:pathLst>
                <a:path extrusionOk="0" fill="none" h="3386" w="3386">
                  <a:moveTo>
                    <a:pt x="0" y="3385"/>
                  </a:moveTo>
                  <a:lnTo>
                    <a:pt x="0" y="3385"/>
                  </a:lnTo>
                  <a:lnTo>
                    <a:pt x="25" y="3020"/>
                  </a:lnTo>
                  <a:lnTo>
                    <a:pt x="74" y="2704"/>
                  </a:lnTo>
                  <a:lnTo>
                    <a:pt x="147" y="2363"/>
                  </a:lnTo>
                  <a:lnTo>
                    <a:pt x="268" y="2070"/>
                  </a:lnTo>
                  <a:lnTo>
                    <a:pt x="414" y="1754"/>
                  </a:lnTo>
                  <a:lnTo>
                    <a:pt x="585" y="1486"/>
                  </a:lnTo>
                  <a:lnTo>
                    <a:pt x="780" y="1218"/>
                  </a:lnTo>
                  <a:lnTo>
                    <a:pt x="999" y="974"/>
                  </a:lnTo>
                  <a:lnTo>
                    <a:pt x="1243" y="755"/>
                  </a:lnTo>
                  <a:lnTo>
                    <a:pt x="1510" y="560"/>
                  </a:lnTo>
                  <a:lnTo>
                    <a:pt x="1778" y="390"/>
                  </a:lnTo>
                  <a:lnTo>
                    <a:pt x="2071" y="244"/>
                  </a:lnTo>
                  <a:lnTo>
                    <a:pt x="2387" y="146"/>
                  </a:lnTo>
                  <a:lnTo>
                    <a:pt x="2704" y="49"/>
                  </a:lnTo>
                  <a:lnTo>
                    <a:pt x="3045" y="0"/>
                  </a:lnTo>
                  <a:lnTo>
                    <a:pt x="3386" y="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16"/>
            <p:cNvSpPr/>
            <p:nvPr/>
          </p:nvSpPr>
          <p:spPr>
            <a:xfrm>
              <a:off x="4205750" y="3248375"/>
              <a:ext cx="154050" cy="153475"/>
            </a:xfrm>
            <a:custGeom>
              <a:rect b="b" l="l" r="r" t="t"/>
              <a:pathLst>
                <a:path extrusionOk="0" fill="none" h="6139" w="6162">
                  <a:moveTo>
                    <a:pt x="0" y="1024"/>
                  </a:moveTo>
                  <a:lnTo>
                    <a:pt x="4969" y="5992"/>
                  </a:lnTo>
                  <a:lnTo>
                    <a:pt x="4969" y="5992"/>
                  </a:lnTo>
                  <a:lnTo>
                    <a:pt x="5042" y="6041"/>
                  </a:lnTo>
                  <a:lnTo>
                    <a:pt x="5115" y="6090"/>
                  </a:lnTo>
                  <a:lnTo>
                    <a:pt x="5212" y="6114"/>
                  </a:lnTo>
                  <a:lnTo>
                    <a:pt x="5310" y="6138"/>
                  </a:lnTo>
                  <a:lnTo>
                    <a:pt x="5407" y="6114"/>
                  </a:lnTo>
                  <a:lnTo>
                    <a:pt x="5480" y="6090"/>
                  </a:lnTo>
                  <a:lnTo>
                    <a:pt x="5577" y="6041"/>
                  </a:lnTo>
                  <a:lnTo>
                    <a:pt x="5651" y="5992"/>
                  </a:lnTo>
                  <a:lnTo>
                    <a:pt x="6016" y="5627"/>
                  </a:lnTo>
                  <a:lnTo>
                    <a:pt x="6016" y="5627"/>
                  </a:lnTo>
                  <a:lnTo>
                    <a:pt x="6089" y="5554"/>
                  </a:lnTo>
                  <a:lnTo>
                    <a:pt x="6138" y="5456"/>
                  </a:lnTo>
                  <a:lnTo>
                    <a:pt x="6162" y="5359"/>
                  </a:lnTo>
                  <a:lnTo>
                    <a:pt x="6162" y="5286"/>
                  </a:lnTo>
                  <a:lnTo>
                    <a:pt x="6162" y="5188"/>
                  </a:lnTo>
                  <a:lnTo>
                    <a:pt x="6138" y="5091"/>
                  </a:lnTo>
                  <a:lnTo>
                    <a:pt x="6089" y="5018"/>
                  </a:lnTo>
                  <a:lnTo>
                    <a:pt x="6016" y="4921"/>
                  </a:lnTo>
                  <a:lnTo>
                    <a:pt x="1072"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7" name="Google Shape;387;p16"/>
          <p:cNvSpPr txBox="1"/>
          <p:nvPr/>
        </p:nvSpPr>
        <p:spPr>
          <a:xfrm>
            <a:off x="1018616" y="1728910"/>
            <a:ext cx="4368600" cy="3124200"/>
          </a:xfrm>
          <a:prstGeom prst="rect">
            <a:avLst/>
          </a:prstGeom>
          <a:noFill/>
          <a:ln>
            <a:noFill/>
          </a:ln>
        </p:spPr>
        <p:txBody>
          <a:bodyPr anchorCtr="0" anchor="t" bIns="45700" lIns="91425" spcFirstLastPara="1" rIns="91425" wrap="square" tIns="45700">
            <a:noAutofit/>
          </a:bodyPr>
          <a:lstStyle/>
          <a:p>
            <a:pPr indent="-228600" lvl="0" marL="228600" marR="0" rtl="0" algn="l">
              <a:lnSpc>
                <a:spcPct val="100000"/>
              </a:lnSpc>
              <a:spcBef>
                <a:spcPts val="0"/>
              </a:spcBef>
              <a:spcAft>
                <a:spcPts val="0"/>
              </a:spcAft>
              <a:buClr>
                <a:schemeClr val="lt2"/>
              </a:buClr>
              <a:buSzPts val="2200"/>
              <a:buFont typeface="Poppins Light"/>
              <a:buChar char="•"/>
            </a:pPr>
            <a:r>
              <a:rPr b="0" i="0" lang="en-US" sz="1300" u="none" cap="none" strike="noStrike">
                <a:solidFill>
                  <a:schemeClr val="dk1"/>
                </a:solidFill>
                <a:latin typeface="Poppins Light"/>
                <a:ea typeface="Poppins Light"/>
                <a:cs typeface="Poppins Light"/>
                <a:sym typeface="Poppins Light"/>
              </a:rPr>
              <a:t>College admissions officers would </a:t>
            </a:r>
            <a:r>
              <a:rPr b="1" i="0" lang="en-US" sz="1300" u="none" cap="none" strike="noStrike">
                <a:solidFill>
                  <a:schemeClr val="dk1"/>
                </a:solidFill>
                <a:latin typeface="Poppins"/>
                <a:ea typeface="Poppins"/>
                <a:cs typeface="Poppins"/>
                <a:sym typeface="Poppins"/>
              </a:rPr>
              <a:t>prefer to see a few activities that you have made significant dedication to</a:t>
            </a:r>
            <a:r>
              <a:rPr b="0" i="0" lang="en-US" sz="1300" u="none" cap="none" strike="noStrike">
                <a:solidFill>
                  <a:schemeClr val="dk1"/>
                </a:solidFill>
                <a:latin typeface="Poppins Light"/>
                <a:ea typeface="Poppins Light"/>
                <a:cs typeface="Poppins Light"/>
                <a:sym typeface="Poppins Light"/>
              </a:rPr>
              <a:t> THAN too many activities that you have had lesser involvement in.</a:t>
            </a:r>
            <a:endParaRPr b="0" i="0" sz="1600" u="none" cap="none" strike="noStrike">
              <a:solidFill>
                <a:srgbClr val="000000"/>
              </a:solidFill>
              <a:latin typeface="Arial"/>
              <a:ea typeface="Arial"/>
              <a:cs typeface="Arial"/>
              <a:sym typeface="Arial"/>
            </a:endParaRPr>
          </a:p>
          <a:p>
            <a:pPr indent="-228600" lvl="0" marL="228600" marR="0" rtl="0" algn="l">
              <a:lnSpc>
                <a:spcPct val="100000"/>
              </a:lnSpc>
              <a:spcBef>
                <a:spcPts val="1000"/>
              </a:spcBef>
              <a:spcAft>
                <a:spcPts val="0"/>
              </a:spcAft>
              <a:buClr>
                <a:schemeClr val="lt2"/>
              </a:buClr>
              <a:buSzPts val="2200"/>
              <a:buFont typeface="Poppins Light"/>
              <a:buChar char="•"/>
            </a:pPr>
            <a:r>
              <a:rPr b="0" i="0" lang="en-US" sz="1300" u="none" cap="none" strike="noStrike">
                <a:solidFill>
                  <a:schemeClr val="dk1"/>
                </a:solidFill>
                <a:latin typeface="Poppins Light"/>
                <a:ea typeface="Poppins Light"/>
                <a:cs typeface="Poppins Light"/>
                <a:sym typeface="Poppins Light"/>
              </a:rPr>
              <a:t>It’s recommended that you have </a:t>
            </a:r>
            <a:r>
              <a:rPr b="1" i="0" lang="en-US" sz="1300" u="none" cap="none" strike="noStrike">
                <a:solidFill>
                  <a:schemeClr val="dk1"/>
                </a:solidFill>
                <a:latin typeface="Poppins"/>
                <a:ea typeface="Poppins"/>
                <a:cs typeface="Poppins"/>
                <a:sym typeface="Poppins"/>
              </a:rPr>
              <a:t>at least 10 activities that you were invested in and interested in.</a:t>
            </a:r>
            <a:r>
              <a:rPr b="0" i="0" lang="en-US" sz="1300" u="none" cap="none" strike="noStrike">
                <a:solidFill>
                  <a:schemeClr val="dk1"/>
                </a:solidFill>
                <a:latin typeface="Poppins Light"/>
                <a:ea typeface="Poppins Light"/>
                <a:cs typeface="Poppins Light"/>
                <a:sym typeface="Poppins Light"/>
              </a:rPr>
              <a:t> Don’t just write activities to fill the activities section.</a:t>
            </a:r>
            <a:endParaRPr b="0" i="0" sz="1600" u="none" cap="none" strike="noStrike">
              <a:solidFill>
                <a:srgbClr val="000000"/>
              </a:solidFill>
              <a:latin typeface="Arial"/>
              <a:ea typeface="Arial"/>
              <a:cs typeface="Arial"/>
              <a:sym typeface="Arial"/>
            </a:endParaRPr>
          </a:p>
          <a:p>
            <a:pPr indent="-228600" lvl="0" marL="228600" marR="0" rtl="0" algn="l">
              <a:lnSpc>
                <a:spcPct val="100000"/>
              </a:lnSpc>
              <a:spcBef>
                <a:spcPts val="1000"/>
              </a:spcBef>
              <a:spcAft>
                <a:spcPts val="0"/>
              </a:spcAft>
              <a:buClr>
                <a:schemeClr val="lt2"/>
              </a:buClr>
              <a:buSzPts val="2200"/>
              <a:buFont typeface="Poppins Light"/>
              <a:buChar char="•"/>
            </a:pPr>
            <a:r>
              <a:rPr b="0" i="0" lang="en-US" sz="1300" u="none" cap="none" strike="noStrike">
                <a:solidFill>
                  <a:schemeClr val="dk1"/>
                </a:solidFill>
                <a:latin typeface="Poppins Light"/>
                <a:ea typeface="Poppins Light"/>
                <a:cs typeface="Poppins Light"/>
                <a:sym typeface="Poppins Light"/>
              </a:rPr>
              <a:t>Don’t write very few activities on your activity list e.g. 4 activities are very few which show that you’re not serious. But then again don’t write about too many boring activities.</a:t>
            </a:r>
            <a:endParaRPr b="0" i="0" sz="1600" u="none" cap="none" strike="noStrike">
              <a:solidFill>
                <a:srgbClr val="000000"/>
              </a:solidFill>
              <a:latin typeface="Arial"/>
              <a:ea typeface="Arial"/>
              <a:cs typeface="Arial"/>
              <a:sym typeface="Arial"/>
            </a:endParaRPr>
          </a:p>
          <a:p>
            <a:pPr indent="-101600" lvl="0" marL="228600" marR="0" rtl="0" algn="l">
              <a:lnSpc>
                <a:spcPct val="100000"/>
              </a:lnSpc>
              <a:spcBef>
                <a:spcPts val="1000"/>
              </a:spcBef>
              <a:spcAft>
                <a:spcPts val="0"/>
              </a:spcAft>
              <a:buClr>
                <a:schemeClr val="lt2"/>
              </a:buClr>
              <a:buSzPts val="2000"/>
              <a:buFont typeface="Poppins Light"/>
              <a:buNone/>
            </a:pPr>
            <a:r>
              <a:t/>
            </a:r>
            <a:endParaRPr b="0" i="0" sz="1300" u="none" cap="none" strike="noStrike">
              <a:solidFill>
                <a:schemeClr val="dk1"/>
              </a:solidFill>
              <a:latin typeface="Poppins Light"/>
              <a:ea typeface="Poppins Light"/>
              <a:cs typeface="Poppins Light"/>
              <a:sym typeface="Poppins Ligh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17"/>
          <p:cNvSpPr txBox="1"/>
          <p:nvPr/>
        </p:nvSpPr>
        <p:spPr>
          <a:xfrm>
            <a:off x="999461" y="1299184"/>
            <a:ext cx="157033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ARRANGEMENT</a:t>
            </a:r>
            <a:endParaRPr b="0" i="0" sz="1400" u="none" cap="none" strike="noStrike">
              <a:solidFill>
                <a:schemeClr val="lt1"/>
              </a:solidFill>
              <a:latin typeface="Arial"/>
              <a:ea typeface="Arial"/>
              <a:cs typeface="Arial"/>
              <a:sym typeface="Arial"/>
            </a:endParaRPr>
          </a:p>
        </p:txBody>
      </p:sp>
      <p:sp>
        <p:nvSpPr>
          <p:cNvPr id="393" name="Google Shape;393;p17"/>
          <p:cNvSpPr txBox="1"/>
          <p:nvPr/>
        </p:nvSpPr>
        <p:spPr>
          <a:xfrm>
            <a:off x="2569800" y="1299184"/>
            <a:ext cx="4384862" cy="3124201"/>
          </a:xfrm>
          <a:prstGeom prst="rect">
            <a:avLst/>
          </a:prstGeom>
          <a:noFill/>
          <a:ln>
            <a:noFill/>
          </a:ln>
        </p:spPr>
        <p:txBody>
          <a:bodyPr anchorCtr="0" anchor="t" bIns="45700" lIns="91425" spcFirstLastPara="1" rIns="91425" wrap="square" tIns="45700">
            <a:normAutofit fontScale="85000" lnSpcReduction="10000"/>
          </a:bodyPr>
          <a:lstStyle/>
          <a:p>
            <a:pPr indent="-216243" lvl="0" marL="228600" marR="0" rtl="0" algn="just">
              <a:lnSpc>
                <a:spcPct val="120000"/>
              </a:lnSpc>
              <a:spcBef>
                <a:spcPts val="0"/>
              </a:spcBef>
              <a:spcAft>
                <a:spcPts val="0"/>
              </a:spcAft>
              <a:buClr>
                <a:srgbClr val="000000"/>
              </a:buClr>
              <a:buSzPct val="185327"/>
              <a:buFont typeface="Poppins Light"/>
              <a:buChar char="•"/>
            </a:pPr>
            <a:r>
              <a:rPr b="0" i="0" lang="en-US" sz="1400" u="none" cap="none" strike="noStrike">
                <a:solidFill>
                  <a:srgbClr val="000000"/>
                </a:solidFill>
                <a:latin typeface="Poppins Light"/>
                <a:ea typeface="Poppins Light"/>
                <a:cs typeface="Poppins Light"/>
                <a:sym typeface="Poppins Light"/>
              </a:rPr>
              <a:t>Make sure that the order you put them in is the </a:t>
            </a:r>
            <a:r>
              <a:rPr b="1" i="0" lang="en-US" sz="1400" u="none" cap="none" strike="noStrike">
                <a:solidFill>
                  <a:srgbClr val="000000"/>
                </a:solidFill>
                <a:latin typeface="Poppins"/>
                <a:ea typeface="Poppins"/>
                <a:cs typeface="Poppins"/>
                <a:sym typeface="Poppins"/>
              </a:rPr>
              <a:t>order of importance</a:t>
            </a:r>
            <a:r>
              <a:rPr b="0" i="0" lang="en-US" sz="1400" u="none" cap="none" strike="noStrike">
                <a:solidFill>
                  <a:srgbClr val="000000"/>
                </a:solidFill>
                <a:latin typeface="Poppins Light"/>
                <a:ea typeface="Poppins Light"/>
                <a:cs typeface="Poppins Light"/>
                <a:sym typeface="Poppins Light"/>
              </a:rPr>
              <a:t> they have for you according to your passions and interests. </a:t>
            </a:r>
            <a:endParaRPr b="0" i="0" sz="1400" u="none" cap="none" strike="noStrike">
              <a:solidFill>
                <a:srgbClr val="000000"/>
              </a:solidFill>
              <a:latin typeface="Poppins Light"/>
              <a:ea typeface="Poppins Light"/>
              <a:cs typeface="Poppins Light"/>
              <a:sym typeface="Poppins Light"/>
            </a:endParaRPr>
          </a:p>
          <a:p>
            <a:pPr indent="-216243" lvl="0" marL="228600" marR="0" rtl="0" algn="just">
              <a:lnSpc>
                <a:spcPct val="120000"/>
              </a:lnSpc>
              <a:spcBef>
                <a:spcPts val="0"/>
              </a:spcBef>
              <a:spcAft>
                <a:spcPts val="0"/>
              </a:spcAft>
              <a:buClr>
                <a:srgbClr val="000000"/>
              </a:buClr>
              <a:buSzPct val="185328"/>
              <a:buFont typeface="Poppins Light"/>
              <a:buChar char="•"/>
            </a:pPr>
            <a:r>
              <a:rPr b="0" i="0" lang="en-US" sz="1400" u="none" cap="none" strike="noStrike">
                <a:solidFill>
                  <a:srgbClr val="000000"/>
                </a:solidFill>
                <a:latin typeface="Poppins Light"/>
                <a:ea typeface="Poppins Light"/>
                <a:cs typeface="Poppins Light"/>
                <a:sym typeface="Poppins Light"/>
              </a:rPr>
              <a:t>Don’t just try to guess what the admissions officers want to see, because the whole point is to show off what is important to you. </a:t>
            </a:r>
            <a:r>
              <a:rPr b="1" i="0" lang="en-US" sz="1400" u="none" cap="none" strike="noStrike">
                <a:solidFill>
                  <a:srgbClr val="000000"/>
                </a:solidFill>
                <a:latin typeface="Poppins Light"/>
                <a:ea typeface="Poppins Light"/>
                <a:cs typeface="Poppins Light"/>
                <a:sym typeface="Poppins Light"/>
              </a:rPr>
              <a:t>The first few can be based on your primary career interest.</a:t>
            </a:r>
            <a:endParaRPr b="0" i="0" sz="1400" u="none" cap="none" strike="noStrike">
              <a:solidFill>
                <a:srgbClr val="000000"/>
              </a:solidFill>
              <a:latin typeface="Arial"/>
              <a:ea typeface="Arial"/>
              <a:cs typeface="Arial"/>
              <a:sym typeface="Arial"/>
            </a:endParaRPr>
          </a:p>
          <a:p>
            <a:pPr indent="-216243" lvl="0" marL="228600" marR="0" rtl="0" algn="just">
              <a:lnSpc>
                <a:spcPct val="120000"/>
              </a:lnSpc>
              <a:spcBef>
                <a:spcPts val="1000"/>
              </a:spcBef>
              <a:spcAft>
                <a:spcPts val="0"/>
              </a:spcAft>
              <a:buClr>
                <a:srgbClr val="000000"/>
              </a:buClr>
              <a:buSzPct val="185328"/>
              <a:buFont typeface="Poppins Light"/>
              <a:buChar char="•"/>
            </a:pPr>
            <a:r>
              <a:rPr b="0" i="0" lang="en-US" sz="1400" u="none" cap="none" strike="noStrike">
                <a:solidFill>
                  <a:srgbClr val="000000"/>
                </a:solidFill>
                <a:latin typeface="Poppins Light"/>
                <a:ea typeface="Poppins Light"/>
                <a:cs typeface="Poppins Light"/>
                <a:sym typeface="Poppins Light"/>
              </a:rPr>
              <a:t>You should base this using the </a:t>
            </a:r>
            <a:r>
              <a:rPr b="1" i="0" lang="en-US" sz="1400" u="none" cap="none" strike="noStrike">
                <a:solidFill>
                  <a:srgbClr val="000000"/>
                </a:solidFill>
                <a:latin typeface="Poppins"/>
                <a:ea typeface="Poppins"/>
                <a:cs typeface="Poppins"/>
                <a:sym typeface="Poppins"/>
              </a:rPr>
              <a:t>amount of time you dedicated </a:t>
            </a:r>
            <a:r>
              <a:rPr b="0" i="0" lang="en-US" sz="1400" u="none" cap="none" strike="noStrike">
                <a:solidFill>
                  <a:srgbClr val="000000"/>
                </a:solidFill>
                <a:latin typeface="Poppins Light"/>
                <a:ea typeface="Poppins Light"/>
                <a:cs typeface="Poppins Light"/>
                <a:sym typeface="Poppins Light"/>
              </a:rPr>
              <a:t>to the project, your </a:t>
            </a:r>
            <a:r>
              <a:rPr b="1" i="0" lang="en-US" sz="1400" u="none" cap="none" strike="noStrike">
                <a:solidFill>
                  <a:srgbClr val="000000"/>
                </a:solidFill>
                <a:latin typeface="Poppins"/>
                <a:ea typeface="Poppins"/>
                <a:cs typeface="Poppins"/>
                <a:sym typeface="Poppins"/>
              </a:rPr>
              <a:t>leadership </a:t>
            </a:r>
            <a:r>
              <a:rPr b="0" i="0" lang="en-US" sz="1400" u="none" cap="none" strike="noStrike">
                <a:solidFill>
                  <a:srgbClr val="000000"/>
                </a:solidFill>
                <a:latin typeface="Poppins Light"/>
                <a:ea typeface="Poppins Light"/>
                <a:cs typeface="Poppins Light"/>
                <a:sym typeface="Poppins Light"/>
              </a:rPr>
              <a:t>in the activity, and how important the activity has been for </a:t>
            </a:r>
            <a:r>
              <a:rPr b="1" i="0" lang="en-US" sz="1400" u="none" cap="none" strike="noStrike">
                <a:solidFill>
                  <a:srgbClr val="000000"/>
                </a:solidFill>
                <a:latin typeface="Poppins"/>
                <a:ea typeface="Poppins"/>
                <a:cs typeface="Poppins"/>
                <a:sym typeface="Poppins"/>
              </a:rPr>
              <a:t>developing a passion</a:t>
            </a:r>
            <a:r>
              <a:rPr b="0" i="0" lang="en-US" sz="1400" u="none" cap="none" strike="noStrike">
                <a:solidFill>
                  <a:srgbClr val="000000"/>
                </a:solidFill>
                <a:latin typeface="Poppins Light"/>
                <a:ea typeface="Poppins Light"/>
                <a:cs typeface="Poppins Light"/>
                <a:sym typeface="Poppins Light"/>
              </a:rPr>
              <a:t> or </a:t>
            </a:r>
            <a:r>
              <a:rPr b="1" i="0" lang="en-US" sz="1400" u="none" cap="none" strike="noStrike">
                <a:solidFill>
                  <a:srgbClr val="000000"/>
                </a:solidFill>
                <a:latin typeface="Poppins"/>
                <a:ea typeface="Poppins"/>
                <a:cs typeface="Poppins"/>
                <a:sym typeface="Poppins"/>
              </a:rPr>
              <a:t>pursuing a future goal</a:t>
            </a:r>
            <a:r>
              <a:rPr b="0" i="0" lang="en-US" sz="1400" u="none" cap="none" strike="noStrike">
                <a:solidFill>
                  <a:srgbClr val="000000"/>
                </a:solidFill>
                <a:latin typeface="Poppins Light"/>
                <a:ea typeface="Poppins Light"/>
                <a:cs typeface="Poppins Light"/>
                <a:sym typeface="Poppins Light"/>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18"/>
          <p:cNvSpPr txBox="1"/>
          <p:nvPr>
            <p:ph type="title"/>
          </p:nvPr>
        </p:nvSpPr>
        <p:spPr>
          <a:xfrm>
            <a:off x="457200" y="1166125"/>
            <a:ext cx="5220300" cy="683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US"/>
              <a:t>Continuation…</a:t>
            </a:r>
            <a:endParaRPr/>
          </a:p>
        </p:txBody>
      </p:sp>
      <p:sp>
        <p:nvSpPr>
          <p:cNvPr id="399" name="Google Shape;399;p18"/>
          <p:cNvSpPr txBox="1"/>
          <p:nvPr/>
        </p:nvSpPr>
        <p:spPr>
          <a:xfrm>
            <a:off x="1550827" y="1620860"/>
            <a:ext cx="6623689" cy="3124201"/>
          </a:xfrm>
          <a:prstGeom prst="rect">
            <a:avLst/>
          </a:prstGeom>
          <a:noFill/>
          <a:ln>
            <a:noFill/>
          </a:ln>
        </p:spPr>
        <p:txBody>
          <a:bodyPr anchorCtr="0" anchor="t" bIns="45700" lIns="91425" spcFirstLastPara="1" rIns="91425" wrap="square" tIns="45700">
            <a:normAutofit lnSpcReduction="20000"/>
          </a:bodyPr>
          <a:lstStyle/>
          <a:p>
            <a:pPr indent="0" lvl="0" marL="0" marR="0" rtl="0" algn="just">
              <a:lnSpc>
                <a:spcPct val="120000"/>
              </a:lnSpc>
              <a:spcBef>
                <a:spcPts val="0"/>
              </a:spcBef>
              <a:spcAft>
                <a:spcPts val="0"/>
              </a:spcAft>
              <a:buClr>
                <a:srgbClr val="000000"/>
              </a:buClr>
              <a:buSzPts val="2400"/>
              <a:buFont typeface="Arial"/>
              <a:buNone/>
            </a:pPr>
            <a:r>
              <a:t/>
            </a:r>
            <a:endParaRPr b="0" i="0" sz="2400" u="none" cap="none" strike="noStrike">
              <a:solidFill>
                <a:srgbClr val="000000"/>
              </a:solidFill>
              <a:latin typeface="Poppins"/>
              <a:ea typeface="Poppins"/>
              <a:cs typeface="Poppins"/>
              <a:sym typeface="Poppins"/>
            </a:endParaRPr>
          </a:p>
          <a:p>
            <a:pPr indent="-228600" lvl="0" marL="228600" marR="0" rtl="0" algn="just">
              <a:lnSpc>
                <a:spcPct val="120000"/>
              </a:lnSpc>
              <a:spcBef>
                <a:spcPts val="1000"/>
              </a:spcBef>
              <a:spcAft>
                <a:spcPts val="0"/>
              </a:spcAft>
              <a:buClr>
                <a:srgbClr val="000000"/>
              </a:buClr>
              <a:buSzPts val="3459"/>
              <a:buFont typeface="Arial"/>
              <a:buChar char="•"/>
            </a:pPr>
            <a:r>
              <a:rPr b="0" i="0" lang="en-US" sz="2400" u="none" cap="none" strike="noStrike">
                <a:solidFill>
                  <a:srgbClr val="000000"/>
                </a:solidFill>
                <a:latin typeface="Poppins"/>
                <a:ea typeface="Poppins"/>
                <a:cs typeface="Poppins"/>
                <a:sym typeface="Poppins"/>
              </a:rPr>
              <a:t>So try as much as possible to put the most impressive ones first and the ones that strongly demonstrate your passions. And maybe as you come down, start including secondary interests</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1600">
        <p14:prism dir="l"/>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g2df34d712ac_0_32"/>
          <p:cNvSpPr txBox="1"/>
          <p:nvPr>
            <p:ph type="title"/>
          </p:nvPr>
        </p:nvSpPr>
        <p:spPr>
          <a:xfrm>
            <a:off x="312850" y="955575"/>
            <a:ext cx="5220300" cy="683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US"/>
              <a:t>Quick Note about </a:t>
            </a:r>
            <a:endParaRPr/>
          </a:p>
        </p:txBody>
      </p:sp>
      <p:sp>
        <p:nvSpPr>
          <p:cNvPr id="405" name="Google Shape;405;g2df34d712ac_0_32"/>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
        <p:nvSpPr>
          <p:cNvPr id="406" name="Google Shape;406;g2df34d712ac_0_32"/>
          <p:cNvSpPr txBox="1"/>
          <p:nvPr/>
        </p:nvSpPr>
        <p:spPr>
          <a:xfrm>
            <a:off x="232650" y="1929425"/>
            <a:ext cx="6126000" cy="3276000"/>
          </a:xfrm>
          <a:prstGeom prst="rect">
            <a:avLst/>
          </a:prstGeom>
          <a:noFill/>
          <a:ln>
            <a:noFill/>
          </a:ln>
        </p:spPr>
        <p:txBody>
          <a:bodyPr anchorCtr="0" anchor="t" bIns="91425" lIns="91425" spcFirstLastPara="1" rIns="91425" wrap="square" tIns="91425">
            <a:spAutoFit/>
          </a:bodyPr>
          <a:lstStyle/>
          <a:p>
            <a:pPr indent="-194275" lvl="0" marL="228600" marR="0" rtl="0" algn="just">
              <a:lnSpc>
                <a:spcPct val="120000"/>
              </a:lnSpc>
              <a:spcBef>
                <a:spcPts val="1000"/>
              </a:spcBef>
              <a:spcAft>
                <a:spcPts val="0"/>
              </a:spcAft>
              <a:buClr>
                <a:schemeClr val="dk1"/>
              </a:buClr>
              <a:buSzPts val="2659"/>
              <a:buFont typeface="Arial"/>
              <a:buChar char="•"/>
            </a:pPr>
            <a:r>
              <a:rPr b="0" i="0" lang="en-US" sz="1600" u="none" cap="none" strike="noStrike">
                <a:solidFill>
                  <a:schemeClr val="dk1"/>
                </a:solidFill>
                <a:latin typeface="Poppins"/>
                <a:ea typeface="Poppins"/>
                <a:cs typeface="Poppins"/>
                <a:sym typeface="Poppins"/>
              </a:rPr>
              <a:t>MIT is </a:t>
            </a:r>
            <a:r>
              <a:rPr b="1" i="0" lang="en-US" sz="1600" u="none" cap="none" strike="noStrike">
                <a:solidFill>
                  <a:schemeClr val="dk1"/>
                </a:solidFill>
                <a:latin typeface="Poppins"/>
                <a:ea typeface="Poppins"/>
                <a:cs typeface="Poppins"/>
                <a:sym typeface="Poppins"/>
              </a:rPr>
              <a:t>not on the Common App</a:t>
            </a:r>
            <a:r>
              <a:rPr b="0" i="0" lang="en-US" sz="1600" u="none" cap="none" strike="noStrike">
                <a:solidFill>
                  <a:schemeClr val="dk1"/>
                </a:solidFill>
                <a:latin typeface="Poppins"/>
                <a:ea typeface="Poppins"/>
                <a:cs typeface="Poppins"/>
                <a:sym typeface="Poppins"/>
              </a:rPr>
              <a:t>. It has a separate application platform.</a:t>
            </a:r>
            <a:endParaRPr b="0" i="0" sz="1600" u="none" cap="none" strike="noStrike">
              <a:solidFill>
                <a:schemeClr val="dk1"/>
              </a:solidFill>
              <a:latin typeface="Poppins"/>
              <a:ea typeface="Poppins"/>
              <a:cs typeface="Poppins"/>
              <a:sym typeface="Poppins"/>
            </a:endParaRPr>
          </a:p>
          <a:p>
            <a:pPr indent="-194275" lvl="0" marL="228600" marR="0" rtl="0" algn="just">
              <a:lnSpc>
                <a:spcPct val="120000"/>
              </a:lnSpc>
              <a:spcBef>
                <a:spcPts val="1000"/>
              </a:spcBef>
              <a:spcAft>
                <a:spcPts val="0"/>
              </a:spcAft>
              <a:buClr>
                <a:schemeClr val="dk1"/>
              </a:buClr>
              <a:buSzPts val="2659"/>
              <a:buFont typeface="Arial"/>
              <a:buChar char="•"/>
            </a:pPr>
            <a:r>
              <a:rPr b="0" i="0" lang="en-US" sz="1600" u="none" cap="none" strike="noStrike">
                <a:solidFill>
                  <a:schemeClr val="dk1"/>
                </a:solidFill>
                <a:latin typeface="Poppins"/>
                <a:ea typeface="Poppins"/>
                <a:cs typeface="Poppins"/>
                <a:sym typeface="Poppins"/>
              </a:rPr>
              <a:t>It only asks for </a:t>
            </a:r>
            <a:r>
              <a:rPr b="1" i="0" lang="en-US" sz="1600" u="none" cap="none" strike="noStrike">
                <a:solidFill>
                  <a:schemeClr val="dk1"/>
                </a:solidFill>
                <a:latin typeface="Poppins"/>
                <a:ea typeface="Poppins"/>
                <a:cs typeface="Poppins"/>
                <a:sym typeface="Poppins"/>
              </a:rPr>
              <a:t>4 activities</a:t>
            </a:r>
            <a:r>
              <a:rPr b="0" i="0" lang="en-US" sz="1600" u="none" cap="none" strike="noStrike">
                <a:solidFill>
                  <a:schemeClr val="dk1"/>
                </a:solidFill>
                <a:latin typeface="Poppins"/>
                <a:ea typeface="Poppins"/>
                <a:cs typeface="Poppins"/>
                <a:sym typeface="Poppins"/>
              </a:rPr>
              <a:t>. Therefore, you must show </a:t>
            </a:r>
            <a:r>
              <a:rPr b="1" i="0" lang="en-US" sz="1600" u="none" cap="none" strike="noStrike">
                <a:solidFill>
                  <a:schemeClr val="dk1"/>
                </a:solidFill>
                <a:latin typeface="Poppins"/>
                <a:ea typeface="Poppins"/>
                <a:cs typeface="Poppins"/>
                <a:sym typeface="Poppins"/>
              </a:rPr>
              <a:t>high involvement </a:t>
            </a:r>
            <a:r>
              <a:rPr b="0" i="0" lang="en-US" sz="1600" u="none" cap="none" strike="noStrike">
                <a:solidFill>
                  <a:schemeClr val="dk1"/>
                </a:solidFill>
                <a:latin typeface="Poppins"/>
                <a:ea typeface="Poppins"/>
                <a:cs typeface="Poppins"/>
                <a:sym typeface="Poppins"/>
              </a:rPr>
              <a:t>in these 4 activities.</a:t>
            </a:r>
            <a:endParaRPr b="0" i="0" sz="1600" u="none" cap="none" strike="noStrike">
              <a:solidFill>
                <a:schemeClr val="dk1"/>
              </a:solidFill>
              <a:latin typeface="Poppins"/>
              <a:ea typeface="Poppins"/>
              <a:cs typeface="Poppins"/>
              <a:sym typeface="Poppins"/>
            </a:endParaRPr>
          </a:p>
          <a:p>
            <a:pPr indent="-127000" lvl="0" marL="228600" marR="0" rtl="0" algn="just">
              <a:lnSpc>
                <a:spcPct val="120000"/>
              </a:lnSpc>
              <a:spcBef>
                <a:spcPts val="1000"/>
              </a:spcBef>
              <a:spcAft>
                <a:spcPts val="0"/>
              </a:spcAft>
              <a:buClr>
                <a:schemeClr val="dk1"/>
              </a:buClr>
              <a:buSzPts val="1600"/>
              <a:buFont typeface="Poppins"/>
              <a:buChar char="•"/>
            </a:pPr>
            <a:r>
              <a:rPr b="0" i="0" lang="en-US" sz="1600" u="none" cap="none" strike="noStrike">
                <a:solidFill>
                  <a:schemeClr val="dk1"/>
                </a:solidFill>
                <a:latin typeface="Poppins"/>
                <a:ea typeface="Poppins"/>
                <a:cs typeface="Poppins"/>
                <a:sym typeface="Poppins"/>
              </a:rPr>
              <a:t>This includes leadership positions, activity done over several years, and awards/honors.</a:t>
            </a:r>
            <a:endParaRPr b="0" i="0" sz="1600" u="none" cap="none" strike="noStrike">
              <a:solidFill>
                <a:schemeClr val="dk1"/>
              </a:solidFill>
              <a:latin typeface="Poppins"/>
              <a:ea typeface="Poppins"/>
              <a:cs typeface="Poppins"/>
              <a:sym typeface="Poppins"/>
            </a:endParaRPr>
          </a:p>
          <a:p>
            <a:pPr indent="-127000" lvl="0" marL="228600" marR="0" rtl="0" algn="just">
              <a:lnSpc>
                <a:spcPct val="120000"/>
              </a:lnSpc>
              <a:spcBef>
                <a:spcPts val="1000"/>
              </a:spcBef>
              <a:spcAft>
                <a:spcPts val="0"/>
              </a:spcAft>
              <a:buClr>
                <a:schemeClr val="dk1"/>
              </a:buClr>
              <a:buSzPts val="1600"/>
              <a:buFont typeface="Poppins"/>
              <a:buChar char="•"/>
            </a:pPr>
            <a:r>
              <a:rPr b="0" i="0" lang="en-US" sz="1600" u="none" cap="none" strike="noStrike">
                <a:solidFill>
                  <a:schemeClr val="dk1"/>
                </a:solidFill>
                <a:latin typeface="Poppins"/>
                <a:ea typeface="Poppins"/>
                <a:cs typeface="Poppins"/>
                <a:sym typeface="Poppins"/>
              </a:rPr>
              <a:t>However, there is </a:t>
            </a:r>
            <a:r>
              <a:rPr b="1" i="0" lang="en-US" sz="1600" u="none" cap="none" strike="noStrike">
                <a:solidFill>
                  <a:schemeClr val="dk1"/>
                </a:solidFill>
                <a:latin typeface="Poppins"/>
                <a:ea typeface="Poppins"/>
                <a:cs typeface="Poppins"/>
                <a:sym typeface="Poppins"/>
              </a:rPr>
              <a:t>additional space </a:t>
            </a:r>
            <a:r>
              <a:rPr b="0" i="0" lang="en-US" sz="1600" u="none" cap="none" strike="noStrike">
                <a:solidFill>
                  <a:schemeClr val="dk1"/>
                </a:solidFill>
                <a:latin typeface="Poppins"/>
                <a:ea typeface="Poppins"/>
                <a:cs typeface="Poppins"/>
                <a:sym typeface="Poppins"/>
              </a:rPr>
              <a:t>to talk about “summer activities”, an “activity done for fun” and “jobs”</a:t>
            </a:r>
            <a:endParaRPr b="0" i="0" sz="1600" u="none" cap="none" strike="noStrike">
              <a:solidFill>
                <a:schemeClr val="dk1"/>
              </a:solidFill>
              <a:latin typeface="Poppins"/>
              <a:ea typeface="Poppins"/>
              <a:cs typeface="Poppins"/>
              <a:sym typeface="Poppins"/>
            </a:endParaRPr>
          </a:p>
        </p:txBody>
      </p:sp>
      <p:pic>
        <p:nvPicPr>
          <p:cNvPr id="407" name="Google Shape;407;g2df34d712ac_0_32"/>
          <p:cNvPicPr preferRelativeResize="0"/>
          <p:nvPr/>
        </p:nvPicPr>
        <p:blipFill rotWithShape="1">
          <a:blip r:embed="rId3">
            <a:alphaModFix/>
          </a:blip>
          <a:srcRect b="0" l="0" r="0" t="0"/>
          <a:stretch/>
        </p:blipFill>
        <p:spPr>
          <a:xfrm>
            <a:off x="5977700" y="0"/>
            <a:ext cx="3166300" cy="2107050"/>
          </a:xfrm>
          <a:prstGeom prst="rect">
            <a:avLst/>
          </a:prstGeom>
          <a:noFill/>
          <a:ln>
            <a:noFill/>
          </a:ln>
        </p:spPr>
      </p:pic>
      <p:pic>
        <p:nvPicPr>
          <p:cNvPr id="408" name="Google Shape;408;g2df34d712ac_0_32"/>
          <p:cNvPicPr preferRelativeResize="0"/>
          <p:nvPr/>
        </p:nvPicPr>
        <p:blipFill rotWithShape="1">
          <a:blip r:embed="rId4">
            <a:alphaModFix/>
          </a:blip>
          <a:srcRect b="0" l="0" r="0" t="0"/>
          <a:stretch/>
        </p:blipFill>
        <p:spPr>
          <a:xfrm>
            <a:off x="4585225" y="630975"/>
            <a:ext cx="1332300" cy="13323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25"/>
          <p:cNvSpPr txBox="1"/>
          <p:nvPr>
            <p:ph type="title"/>
          </p:nvPr>
        </p:nvSpPr>
        <p:spPr>
          <a:xfrm>
            <a:off x="875841" y="1221210"/>
            <a:ext cx="5220300" cy="683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US"/>
              <a:t>ANY QUESTIONS?</a:t>
            </a:r>
            <a:endParaRPr/>
          </a:p>
        </p:txBody>
      </p:sp>
      <p:sp>
        <p:nvSpPr>
          <p:cNvPr id="414" name="Google Shape;414;p25"/>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US"/>
              <a:t>‹#›</a:t>
            </a:fld>
            <a:endParaRPr/>
          </a:p>
        </p:txBody>
      </p:sp>
      <p:pic>
        <p:nvPicPr>
          <p:cNvPr descr="&lt;strong&gt;Question&lt;/strong&gt; mark PNG" id="415" name="Google Shape;415;p25"/>
          <p:cNvPicPr preferRelativeResize="0"/>
          <p:nvPr/>
        </p:nvPicPr>
        <p:blipFill rotWithShape="1">
          <a:blip r:embed="rId3">
            <a:alphaModFix/>
          </a:blip>
          <a:srcRect b="0" l="0" r="0" t="0"/>
          <a:stretch/>
        </p:blipFill>
        <p:spPr>
          <a:xfrm>
            <a:off x="1151636" y="1770806"/>
            <a:ext cx="4422899" cy="3023444"/>
          </a:xfrm>
          <a:prstGeom prst="rect">
            <a:avLst/>
          </a:prstGeom>
          <a:noFill/>
          <a:ln>
            <a:noFill/>
          </a:ln>
        </p:spPr>
      </p:pic>
      <p:pic>
        <p:nvPicPr>
          <p:cNvPr id="416" name="Google Shape;416;p25"/>
          <p:cNvPicPr preferRelativeResize="0"/>
          <p:nvPr/>
        </p:nvPicPr>
        <p:blipFill rotWithShape="1">
          <a:blip r:embed="rId4">
            <a:alphaModFix/>
          </a:blip>
          <a:srcRect b="0" l="0" r="0" t="0"/>
          <a:stretch/>
        </p:blipFill>
        <p:spPr>
          <a:xfrm>
            <a:off x="6599104" y="1333041"/>
            <a:ext cx="2273723" cy="2489812"/>
          </a:xfrm>
          <a:prstGeom prst="ellipse">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26"/>
          <p:cNvSpPr txBox="1"/>
          <p:nvPr>
            <p:ph type="title"/>
          </p:nvPr>
        </p:nvSpPr>
        <p:spPr>
          <a:xfrm>
            <a:off x="457200" y="1166125"/>
            <a:ext cx="5220300" cy="683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US"/>
              <a:t>☺</a:t>
            </a:r>
            <a:endParaRPr/>
          </a:p>
        </p:txBody>
      </p:sp>
      <p:sp>
        <p:nvSpPr>
          <p:cNvPr id="422" name="Google Shape;422;p26"/>
          <p:cNvSpPr txBox="1"/>
          <p:nvPr>
            <p:ph idx="12" type="sldNum"/>
          </p:nvPr>
        </p:nvSpPr>
        <p:spPr>
          <a:xfrm>
            <a:off x="8555875" y="4576450"/>
            <a:ext cx="435600" cy="43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US"/>
              <a:t>‹#›</a:t>
            </a:fld>
            <a:endParaRPr/>
          </a:p>
        </p:txBody>
      </p:sp>
      <p:pic>
        <p:nvPicPr>
          <p:cNvPr descr="Image result for thank you for listening" id="423" name="Google Shape;423;p26"/>
          <p:cNvPicPr preferRelativeResize="0"/>
          <p:nvPr/>
        </p:nvPicPr>
        <p:blipFill rotWithShape="1">
          <a:blip r:embed="rId3">
            <a:alphaModFix/>
          </a:blip>
          <a:srcRect b="0" l="0" r="0" t="0"/>
          <a:stretch/>
        </p:blipFill>
        <p:spPr>
          <a:xfrm>
            <a:off x="1902231" y="1439881"/>
            <a:ext cx="3158867" cy="2263738"/>
          </a:xfrm>
          <a:prstGeom prst="rect">
            <a:avLst/>
          </a:prstGeom>
          <a:noFill/>
          <a:ln>
            <a:noFill/>
          </a:ln>
        </p:spPr>
      </p:pic>
      <p:pic>
        <p:nvPicPr>
          <p:cNvPr descr="Watch the Blackhawks play the Emoji Game" id="424" name="Google Shape;424;p26"/>
          <p:cNvPicPr preferRelativeResize="0"/>
          <p:nvPr/>
        </p:nvPicPr>
        <p:blipFill rotWithShape="1">
          <a:blip r:embed="rId4">
            <a:alphaModFix/>
          </a:blip>
          <a:srcRect b="0" l="0" r="0" t="0"/>
          <a:stretch/>
        </p:blipFill>
        <p:spPr>
          <a:xfrm>
            <a:off x="6778423" y="1507675"/>
            <a:ext cx="1995252" cy="2070315"/>
          </a:xfrm>
          <a:prstGeom prst="ellipse">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ymbeline template">
  <a:themeElements>
    <a:clrScheme name="Custom 347">
      <a:dk1>
        <a:srgbClr val="000000"/>
      </a:dk1>
      <a:lt1>
        <a:srgbClr val="FFFFFF"/>
      </a:lt1>
      <a:dk2>
        <a:srgbClr val="666666"/>
      </a:dk2>
      <a:lt2>
        <a:srgbClr val="EFEFEF"/>
      </a:lt2>
      <a:accent1>
        <a:srgbClr val="485364"/>
      </a:accent1>
      <a:accent2>
        <a:srgbClr val="63728A"/>
      </a:accent2>
      <a:accent3>
        <a:srgbClr val="8B9AB3"/>
      </a:accent3>
      <a:accent4>
        <a:srgbClr val="9E8473"/>
      </a:accent4>
      <a:accent5>
        <a:srgbClr val="CAAE9C"/>
      </a:accent5>
      <a:accent6>
        <a:srgbClr val="DFCEC3"/>
      </a:accent6>
      <a:hlink>
        <a:srgbClr val="000000"/>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