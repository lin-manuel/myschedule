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6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9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0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3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3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1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5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2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9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1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4C26D6F-5C6F-4183-96B3-C542FE354CC6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AA2A1D4-2AA8-46B7-895E-5A51E0B3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5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82" y="1920586"/>
            <a:ext cx="4297073" cy="276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9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5527" y="254145"/>
            <a:ext cx="1170709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ACTIVITIES 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Dartmouth students are definitely not dull. Throw 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art,sport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and music related activities to spice up your activities list. Stray from  letting your activities revolve only around your major.</a:t>
            </a:r>
            <a:endParaRPr lang="en-US" b="0" dirty="0" smtClean="0">
              <a:effectLst/>
            </a:endParaRPr>
          </a:p>
          <a:p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PS. Dartmouth is not that heavy on major achievements like winning a Math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Olympiad,don't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be scared to include whatever it is that you have achieved, however simple it may sound.</a:t>
            </a:r>
            <a:endParaRPr lang="en-US" b="0" dirty="0" smtClean="0">
              <a:effectLst/>
            </a:endParaRPr>
          </a:p>
          <a:p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RECOMMENDATIONS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All letters of recommendation are vital to one's application. When applying, go the extra mile and try including an external letter of recommendation. </a:t>
            </a:r>
            <a:endParaRPr lang="en-US" b="0" dirty="0" smtClean="0">
              <a:effectLst/>
            </a:endParaRPr>
          </a:p>
          <a:p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 my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case,I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submitted six letters of recommendation to Dartmouth: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Two teacher recs and one counselor rec.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 peer rec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Education USA rec</a:t>
            </a:r>
            <a:endParaRPr lang="en-US" b="0" dirty="0" smtClean="0">
              <a:effectLst/>
            </a:endParaRP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Bamburi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Afya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Center rec(external rec)</a:t>
            </a:r>
            <a:endParaRPr lang="en-US" b="0" dirty="0" smtClean="0">
              <a:effectLst/>
            </a:endParaRPr>
          </a:p>
          <a:p>
            <a:r>
              <a:rPr lang="en-US" b="0" smtClean="0">
                <a:effectLst/>
              </a:rPr>
              <a:t/>
            </a:r>
            <a:br>
              <a:rPr lang="en-US" b="0" smtClean="0">
                <a:effectLst/>
              </a:rPr>
            </a:b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0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094" y="336812"/>
            <a:ext cx="1108363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ALWAYS DO THE MOST!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The peer recommendation is really important. Make sure it has a light hearted tone as this might as well light up the AOs' mood.</a:t>
            </a:r>
            <a:endParaRPr lang="en-US" b="0" dirty="0" smtClean="0">
              <a:effectLst/>
            </a:endParaRPr>
          </a:p>
          <a:p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 also like to think that my Education USA recommendation gave me an edge.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Bottomline:All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recommendation letters increase your admission chances since they are  equally as important as the essays.</a:t>
            </a:r>
            <a:endParaRPr lang="en-US" b="0" dirty="0" smtClean="0">
              <a:effectLst/>
            </a:endParaRPr>
          </a:p>
          <a:p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PERSONAL STATEMENT AND SUPPLEMENTAL ESSAYS</a:t>
            </a:r>
            <a:endParaRPr lang="en-US" b="0" dirty="0" smtClean="0">
              <a:effectLst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Let your supplemental essays be Dartmouth specific.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Also,show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continuity between current and future activities. What do I mean by this? Talk about something that you love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doing,eg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volunteering and demonstrate how you're excited to grow your knowledge base through contributing to similar programs at Dartmouth.</a:t>
            </a:r>
            <a:endParaRPr lang="en-US" b="0" dirty="0" smtClean="0">
              <a:effectLst/>
            </a:endParaRPr>
          </a:p>
          <a:p>
            <a:endParaRPr lang="en-US" dirty="0"/>
          </a:p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unconventional in your personal statement. Tell your story, set up a scene and put us right into action. Most Dartmouth essays gravitate towards the montage-narrative structure. Does it mean that a narrative essay doesn't make the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cut?Ofcourse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not. But if you choose to go down the narrative path, make sure you work towards STANDING OUT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!</a:t>
            </a:r>
          </a:p>
          <a:p>
            <a:endParaRPr lang="en-US" b="0" dirty="0" smtClean="0">
              <a:effectLst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secret ingredient of getting into Dartmouth is learning as much as you can about it. How? Following different Dartmouth accounts on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Instagram,tuning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into the "Admissions Beat" podcast hosted by the Dartmouth Dean officer, Lee Coffin. By doing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this,you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get to open a whole different portal that leads you to learning quite a number of things about Dartmouth that you couldn't easily find on their website.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8217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94</TotalTime>
  <Words>6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Basis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REYNA</dc:creator>
  <cp:lastModifiedBy>REYNA</cp:lastModifiedBy>
  <cp:revision>4</cp:revision>
  <dcterms:created xsi:type="dcterms:W3CDTF">2023-04-24T15:56:47Z</dcterms:created>
  <dcterms:modified xsi:type="dcterms:W3CDTF">2023-04-24T17:31:22Z</dcterms:modified>
</cp:coreProperties>
</file>